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50" d="100"/>
          <a:sy n="150" d="100"/>
        </p:scale>
        <p:origin x="8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953CA0-CB17-EDF4-8DEB-5BBED87B57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53552A9-62E8-AA06-CF7F-5E13404FEF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D705F9A-09C9-8876-8A2C-54437BC7A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06252-CB87-4048-BA57-4A08B783FEA0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84529AD-ED4A-B4DA-9A5A-BDB77C8B8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12E9056-38BD-B678-B4B8-9670FF6B8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14DB4-1231-46BF-91B2-819A0F250E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87788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4D63C2-5637-DC7D-191F-1FD666934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26D03B1-7810-4408-B6B4-19BF449285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BC6F511-469C-D313-5976-0FBA40C16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06252-CB87-4048-BA57-4A08B783FEA0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294E0BF-3CE3-260E-C13A-70F1B6097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5A77354-1184-A44E-7522-95E6E968A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14DB4-1231-46BF-91B2-819A0F250E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6571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106B30-D36F-3EA0-A27E-D69EA900F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CCAEAE9-9DCF-34CE-5123-11827FDF61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5B99954-6D0B-D8DC-FE29-92BD42361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06252-CB87-4048-BA57-4A08B783FEA0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F8D273C-4D44-93A7-0C56-E20E4A0FF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DE17548-F3EE-99D7-4A35-217C0EC3D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14DB4-1231-46BF-91B2-819A0F250E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9307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1CA22F-B191-BEE2-3355-DDF3FFD49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1E8B332-EF95-7431-EF58-A987DB89CC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C09F363-AC4C-F8AC-EA4B-3C12C85D13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BBAAFED-1F8A-41A2-8277-2A0AFA3CC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06252-CB87-4048-BA57-4A08B783FEA0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1F04BB2-DA30-6F75-9C03-1399CC1C4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CFB1759-F08B-CDF0-8626-99A449D3A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14DB4-1231-46BF-91B2-819A0F250E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10296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761352-CCCE-B565-1188-571A4F8DB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5651631-D683-0CC5-76AC-FC3F93610F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8293415-76B7-BDE3-FB56-63B10138B5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C20F604-F891-B6C1-54A2-3C51CB3B8E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D5DA0E5-5C99-EE2C-7456-203B9AC5AC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EE75BF8-2B87-C10A-FA79-E04E431F8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06252-CB87-4048-BA57-4A08B783FEA0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D3C30E8-4D74-3DF3-3034-23097C58B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2313DB0-3E08-8E18-A753-2CFAD0DBE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14DB4-1231-46BF-91B2-819A0F250E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4040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D1EC3B-EFDF-C849-B073-FAB07AC73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AB73E5C-8E19-013D-73FA-70F470338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06252-CB87-4048-BA57-4A08B783FEA0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5456E48-340C-3007-F99F-013AB0473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BF9D610-F41A-13AC-4A31-491B361A1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14DB4-1231-46BF-91B2-819A0F250E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1245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D0E74C2-F9A4-C57F-1E17-9F44FF55C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06252-CB87-4048-BA57-4A08B783FEA0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F20F845-F131-262A-266C-7FD6D00A8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5A82366-FFE1-D705-291C-B99AC78A5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14DB4-1231-46BF-91B2-819A0F250E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0865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830572-5DD0-F941-FF94-8287E7C24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35CF7B-177E-5308-B5A3-C6ECE4699D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880407C-C9C8-1BCD-43AB-2F58FD53D3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F26D855-4B50-9A15-FF25-88D3D6801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06252-CB87-4048-BA57-4A08B783FEA0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E628F29-252C-2EA4-7B31-0F24064F6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7F89030-1E89-9F86-9523-2CEA1D4F5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14DB4-1231-46BF-91B2-819A0F250E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69938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5F296B-78BB-8C16-6002-3FAF093B0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4334F95-BE3C-5268-8E80-C3C206887A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3776DD2-DCC9-DDA3-3AE3-7CFC2C795A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B51A216-7FC8-9CAC-8D5E-6D17B239B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06252-CB87-4048-BA57-4A08B783FEA0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313DD8C-9184-548E-67FC-CAD8C7102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B42F536-76FC-6562-30F9-05A4F2C16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14DB4-1231-46BF-91B2-819A0F250E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8590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C80BCB-47D8-D8E4-504E-393E26958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878CEF2-D23C-1B0E-8942-C696A9EFAA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A60D274-85B3-6780-B50A-5EE3B78C5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06252-CB87-4048-BA57-4A08B783FEA0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9EA1BB2-F455-01DE-2F43-23248EA3F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422BEE-4A06-52F2-47B8-2F1345D73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14DB4-1231-46BF-91B2-819A0F250E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68664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4BDD6AE-3F23-6417-2883-63B74C2154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54ADF3C-0430-DDD0-8B09-DFAB9FCDE1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E874959-CBA6-D45A-0A48-220A58994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06252-CB87-4048-BA57-4A08B783FEA0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0B8CA43-64BA-D70C-8135-E0B356FBE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2194346-D1BA-629A-25A8-BC084CAE4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14DB4-1231-46BF-91B2-819A0F250E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40386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14F52AC-9A0D-FB17-76ED-52D90A6A7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B70194D-B375-B36F-0377-687F0AB508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AF265D1-423E-E45E-9D7B-E12A1D1F8D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906252-CB87-4048-BA57-4A08B783FEA0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ED3AF49-CBA9-0165-1D61-C929F6DCD9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A3D7E24-BB65-29F2-725E-C15F18D98B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C14DB4-1231-46BF-91B2-819A0F250E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7572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F3F7C24-B54A-DA84-065E-5F2258AF91F4}"/>
              </a:ext>
            </a:extLst>
          </p:cNvPr>
          <p:cNvCxnSpPr>
            <a:cxnSpLocks/>
          </p:cNvCxnSpPr>
          <p:nvPr/>
        </p:nvCxnSpPr>
        <p:spPr>
          <a:xfrm>
            <a:off x="695739" y="3319669"/>
            <a:ext cx="4572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23A150B9-37F2-2859-5776-E28F80D0C7A8}"/>
              </a:ext>
            </a:extLst>
          </p:cNvPr>
          <p:cNvCxnSpPr/>
          <p:nvPr/>
        </p:nvCxnSpPr>
        <p:spPr>
          <a:xfrm>
            <a:off x="703911" y="3228450"/>
            <a:ext cx="0" cy="9939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93B9E4F8-5E77-A63F-2E0E-70F5F51D0711}"/>
              </a:ext>
            </a:extLst>
          </p:cNvPr>
          <p:cNvCxnSpPr>
            <a:cxnSpLocks/>
          </p:cNvCxnSpPr>
          <p:nvPr/>
        </p:nvCxnSpPr>
        <p:spPr>
          <a:xfrm>
            <a:off x="1152939" y="3319669"/>
            <a:ext cx="4572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7C9F241D-C1DE-4E38-D0D3-79CC58138ED2}"/>
              </a:ext>
            </a:extLst>
          </p:cNvPr>
          <p:cNvCxnSpPr>
            <a:cxnSpLocks/>
          </p:cNvCxnSpPr>
          <p:nvPr/>
        </p:nvCxnSpPr>
        <p:spPr>
          <a:xfrm>
            <a:off x="1610140" y="3319668"/>
            <a:ext cx="4572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62CDA69E-80DC-0731-8290-CE99E9A032FE}"/>
              </a:ext>
            </a:extLst>
          </p:cNvPr>
          <p:cNvCxnSpPr>
            <a:cxnSpLocks/>
          </p:cNvCxnSpPr>
          <p:nvPr/>
        </p:nvCxnSpPr>
        <p:spPr>
          <a:xfrm>
            <a:off x="2067340" y="3319668"/>
            <a:ext cx="4572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9132F210-838F-5679-A876-9209DC2FB8AD}"/>
              </a:ext>
            </a:extLst>
          </p:cNvPr>
          <p:cNvCxnSpPr>
            <a:cxnSpLocks/>
          </p:cNvCxnSpPr>
          <p:nvPr/>
        </p:nvCxnSpPr>
        <p:spPr>
          <a:xfrm>
            <a:off x="2524540" y="3319668"/>
            <a:ext cx="4572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BF299B1E-A06D-93AA-D824-EE15B2071C4F}"/>
              </a:ext>
            </a:extLst>
          </p:cNvPr>
          <p:cNvCxnSpPr>
            <a:cxnSpLocks/>
          </p:cNvCxnSpPr>
          <p:nvPr/>
        </p:nvCxnSpPr>
        <p:spPr>
          <a:xfrm>
            <a:off x="2980194" y="3319667"/>
            <a:ext cx="4572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7973E02D-F90C-5C08-3CD0-07E8AB1ACB1A}"/>
              </a:ext>
            </a:extLst>
          </p:cNvPr>
          <p:cNvCxnSpPr>
            <a:cxnSpLocks/>
          </p:cNvCxnSpPr>
          <p:nvPr/>
        </p:nvCxnSpPr>
        <p:spPr>
          <a:xfrm>
            <a:off x="3440928" y="3319667"/>
            <a:ext cx="4572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483B16DB-791D-24CA-902C-D3924C3DFFA5}"/>
              </a:ext>
            </a:extLst>
          </p:cNvPr>
          <p:cNvCxnSpPr>
            <a:cxnSpLocks/>
          </p:cNvCxnSpPr>
          <p:nvPr/>
        </p:nvCxnSpPr>
        <p:spPr>
          <a:xfrm>
            <a:off x="3896581" y="3319669"/>
            <a:ext cx="4572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36AD8BCB-EDC0-1E96-4D7F-895F90E6AE72}"/>
              </a:ext>
            </a:extLst>
          </p:cNvPr>
          <p:cNvCxnSpPr>
            <a:cxnSpLocks/>
          </p:cNvCxnSpPr>
          <p:nvPr/>
        </p:nvCxnSpPr>
        <p:spPr>
          <a:xfrm>
            <a:off x="4352235" y="3319669"/>
            <a:ext cx="4572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8F4C98B1-7D8B-B000-0367-3ED05BE262C7}"/>
              </a:ext>
            </a:extLst>
          </p:cNvPr>
          <p:cNvCxnSpPr>
            <a:cxnSpLocks/>
          </p:cNvCxnSpPr>
          <p:nvPr/>
        </p:nvCxnSpPr>
        <p:spPr>
          <a:xfrm>
            <a:off x="4812970" y="3319668"/>
            <a:ext cx="4572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51FC9CC0-1A71-6F88-CB3E-89B6EC9F49D7}"/>
              </a:ext>
            </a:extLst>
          </p:cNvPr>
          <p:cNvCxnSpPr>
            <a:cxnSpLocks/>
          </p:cNvCxnSpPr>
          <p:nvPr/>
        </p:nvCxnSpPr>
        <p:spPr>
          <a:xfrm>
            <a:off x="5268624" y="3319668"/>
            <a:ext cx="4572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84D76FD2-D144-6492-EB39-F7B92BEACB00}"/>
              </a:ext>
            </a:extLst>
          </p:cNvPr>
          <p:cNvCxnSpPr>
            <a:cxnSpLocks/>
          </p:cNvCxnSpPr>
          <p:nvPr/>
        </p:nvCxnSpPr>
        <p:spPr>
          <a:xfrm>
            <a:off x="5724278" y="3319668"/>
            <a:ext cx="4572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59ACC890-CF45-737C-3956-41788009FDD2}"/>
              </a:ext>
            </a:extLst>
          </p:cNvPr>
          <p:cNvCxnSpPr>
            <a:cxnSpLocks/>
          </p:cNvCxnSpPr>
          <p:nvPr/>
        </p:nvCxnSpPr>
        <p:spPr>
          <a:xfrm>
            <a:off x="6179932" y="3319667"/>
            <a:ext cx="4572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47A2B6A7-6851-EF7A-3FDA-A078820B301C}"/>
              </a:ext>
            </a:extLst>
          </p:cNvPr>
          <p:cNvCxnSpPr>
            <a:cxnSpLocks/>
          </p:cNvCxnSpPr>
          <p:nvPr/>
        </p:nvCxnSpPr>
        <p:spPr>
          <a:xfrm>
            <a:off x="6640666" y="3319667"/>
            <a:ext cx="4572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37A622D9-2262-8D9B-3BFD-C5A6231FEF2B}"/>
              </a:ext>
            </a:extLst>
          </p:cNvPr>
          <p:cNvCxnSpPr>
            <a:cxnSpLocks/>
          </p:cNvCxnSpPr>
          <p:nvPr/>
        </p:nvCxnSpPr>
        <p:spPr>
          <a:xfrm>
            <a:off x="7097866" y="3319667"/>
            <a:ext cx="4572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47B4CA89-1995-C4EE-F9AD-5D1C83E9B59A}"/>
              </a:ext>
            </a:extLst>
          </p:cNvPr>
          <p:cNvCxnSpPr/>
          <p:nvPr/>
        </p:nvCxnSpPr>
        <p:spPr>
          <a:xfrm>
            <a:off x="1152939" y="3225356"/>
            <a:ext cx="0" cy="9939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9F458797-DCF2-1B6C-FC05-1326B26FA67F}"/>
              </a:ext>
            </a:extLst>
          </p:cNvPr>
          <p:cNvCxnSpPr/>
          <p:nvPr/>
        </p:nvCxnSpPr>
        <p:spPr>
          <a:xfrm>
            <a:off x="1610139" y="3225356"/>
            <a:ext cx="0" cy="9939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0D1359B0-B3C4-1EBC-2183-B75D9FB99B6B}"/>
              </a:ext>
            </a:extLst>
          </p:cNvPr>
          <p:cNvCxnSpPr/>
          <p:nvPr/>
        </p:nvCxnSpPr>
        <p:spPr>
          <a:xfrm>
            <a:off x="2067340" y="3225356"/>
            <a:ext cx="0" cy="9939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F87793A5-DE5D-0E27-1180-58F487DACA2B}"/>
              </a:ext>
            </a:extLst>
          </p:cNvPr>
          <p:cNvCxnSpPr/>
          <p:nvPr/>
        </p:nvCxnSpPr>
        <p:spPr>
          <a:xfrm>
            <a:off x="2524540" y="3225356"/>
            <a:ext cx="0" cy="9939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5D38AD6C-6AF6-4687-68D1-2381B675C29E}"/>
              </a:ext>
            </a:extLst>
          </p:cNvPr>
          <p:cNvCxnSpPr/>
          <p:nvPr/>
        </p:nvCxnSpPr>
        <p:spPr>
          <a:xfrm>
            <a:off x="2980194" y="3225356"/>
            <a:ext cx="0" cy="9939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AD004DAE-8019-4F32-A6C7-D430516EA5E7}"/>
              </a:ext>
            </a:extLst>
          </p:cNvPr>
          <p:cNvCxnSpPr/>
          <p:nvPr/>
        </p:nvCxnSpPr>
        <p:spPr>
          <a:xfrm>
            <a:off x="3437394" y="3225356"/>
            <a:ext cx="0" cy="9939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58747311-9269-8131-CC6E-E01DC1D4290D}"/>
              </a:ext>
            </a:extLst>
          </p:cNvPr>
          <p:cNvCxnSpPr/>
          <p:nvPr/>
        </p:nvCxnSpPr>
        <p:spPr>
          <a:xfrm>
            <a:off x="3896581" y="3225356"/>
            <a:ext cx="0" cy="9939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DE9B7278-16BF-AE71-6536-B7253DE22BF7}"/>
              </a:ext>
            </a:extLst>
          </p:cNvPr>
          <p:cNvCxnSpPr/>
          <p:nvPr/>
        </p:nvCxnSpPr>
        <p:spPr>
          <a:xfrm>
            <a:off x="4352235" y="3225356"/>
            <a:ext cx="0" cy="9939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4B572FF2-9F0E-D1D4-9DD1-A05D73182680}"/>
              </a:ext>
            </a:extLst>
          </p:cNvPr>
          <p:cNvCxnSpPr/>
          <p:nvPr/>
        </p:nvCxnSpPr>
        <p:spPr>
          <a:xfrm>
            <a:off x="4809435" y="3225356"/>
            <a:ext cx="0" cy="9939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C79D0C19-BC57-B473-BD1C-499D0DB76493}"/>
              </a:ext>
            </a:extLst>
          </p:cNvPr>
          <p:cNvCxnSpPr/>
          <p:nvPr/>
        </p:nvCxnSpPr>
        <p:spPr>
          <a:xfrm>
            <a:off x="5268624" y="3225356"/>
            <a:ext cx="0" cy="9939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E592FADA-8B98-B782-A874-4C61E582B296}"/>
              </a:ext>
            </a:extLst>
          </p:cNvPr>
          <p:cNvCxnSpPr/>
          <p:nvPr/>
        </p:nvCxnSpPr>
        <p:spPr>
          <a:xfrm>
            <a:off x="5724278" y="3225356"/>
            <a:ext cx="0" cy="9939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BA0814A3-0CAB-9BCF-800E-43367F4C0240}"/>
              </a:ext>
            </a:extLst>
          </p:cNvPr>
          <p:cNvCxnSpPr/>
          <p:nvPr/>
        </p:nvCxnSpPr>
        <p:spPr>
          <a:xfrm>
            <a:off x="6179932" y="3225356"/>
            <a:ext cx="0" cy="9939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BCBF5EF7-12B1-1734-17E4-84C848F2C37E}"/>
              </a:ext>
            </a:extLst>
          </p:cNvPr>
          <p:cNvCxnSpPr/>
          <p:nvPr/>
        </p:nvCxnSpPr>
        <p:spPr>
          <a:xfrm>
            <a:off x="6637132" y="3225356"/>
            <a:ext cx="0" cy="9939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A6CE4266-A55C-8193-CA37-5E1602C5CEF2}"/>
              </a:ext>
            </a:extLst>
          </p:cNvPr>
          <p:cNvCxnSpPr/>
          <p:nvPr/>
        </p:nvCxnSpPr>
        <p:spPr>
          <a:xfrm>
            <a:off x="7097866" y="3225356"/>
            <a:ext cx="0" cy="9939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E54936C4-DA86-5B64-9C19-006F46AA041B}"/>
              </a:ext>
            </a:extLst>
          </p:cNvPr>
          <p:cNvCxnSpPr/>
          <p:nvPr/>
        </p:nvCxnSpPr>
        <p:spPr>
          <a:xfrm>
            <a:off x="7553520" y="3225356"/>
            <a:ext cx="0" cy="9939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9" name="文本框 48">
            <a:extLst>
              <a:ext uri="{FF2B5EF4-FFF2-40B4-BE49-F238E27FC236}">
                <a16:creationId xmlns:a16="http://schemas.microsoft.com/office/drawing/2014/main" id="{E6ED4B2E-277A-1AE0-B75E-F5D80C5F680A}"/>
              </a:ext>
            </a:extLst>
          </p:cNvPr>
          <p:cNvSpPr txBox="1"/>
          <p:nvPr/>
        </p:nvSpPr>
        <p:spPr>
          <a:xfrm>
            <a:off x="441659" y="3290500"/>
            <a:ext cx="5245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b="1" dirty="0"/>
              <a:t>0000</a:t>
            </a:r>
          </a:p>
          <a:p>
            <a:pPr algn="ctr"/>
            <a:r>
              <a:rPr lang="en-US" altLang="zh-CN" sz="1200" b="1" dirty="0"/>
              <a:t>(0)</a:t>
            </a:r>
            <a:endParaRPr lang="zh-CN" altLang="en-US" sz="1200" b="1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9806D14E-13FE-7102-E4F8-3AB51DD2A73B}"/>
              </a:ext>
            </a:extLst>
          </p:cNvPr>
          <p:cNvSpPr txBox="1"/>
          <p:nvPr/>
        </p:nvSpPr>
        <p:spPr>
          <a:xfrm>
            <a:off x="892233" y="3290500"/>
            <a:ext cx="5245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b="1" dirty="0"/>
              <a:t>0001</a:t>
            </a:r>
          </a:p>
          <a:p>
            <a:pPr algn="ctr"/>
            <a:r>
              <a:rPr lang="en-US" altLang="zh-CN" sz="1200" b="1" dirty="0"/>
              <a:t>(+1)</a:t>
            </a:r>
            <a:endParaRPr lang="zh-CN" altLang="en-US" sz="1200" b="1" dirty="0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3B420C39-DF61-DF61-3039-E917CADDFDCC}"/>
              </a:ext>
            </a:extLst>
          </p:cNvPr>
          <p:cNvSpPr txBox="1"/>
          <p:nvPr/>
        </p:nvSpPr>
        <p:spPr>
          <a:xfrm>
            <a:off x="1350254" y="3290500"/>
            <a:ext cx="5245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b="1" dirty="0"/>
              <a:t>0010</a:t>
            </a:r>
          </a:p>
          <a:p>
            <a:pPr algn="ctr"/>
            <a:r>
              <a:rPr lang="en-US" altLang="zh-CN" sz="1200" b="1" dirty="0"/>
              <a:t>(+2)</a:t>
            </a:r>
            <a:endParaRPr lang="zh-CN" altLang="en-US" sz="1200" b="1" dirty="0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62105E4A-BDB4-23F8-1793-2113BE6F4F63}"/>
              </a:ext>
            </a:extLst>
          </p:cNvPr>
          <p:cNvSpPr txBox="1"/>
          <p:nvPr/>
        </p:nvSpPr>
        <p:spPr>
          <a:xfrm>
            <a:off x="1803322" y="3290500"/>
            <a:ext cx="5245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b="1" dirty="0"/>
              <a:t>0011</a:t>
            </a:r>
          </a:p>
          <a:p>
            <a:pPr algn="ctr"/>
            <a:r>
              <a:rPr lang="en-US" altLang="zh-CN" sz="1200" b="1" dirty="0"/>
              <a:t>(+3)</a:t>
            </a:r>
            <a:endParaRPr lang="zh-CN" altLang="en-US" sz="1200" b="1" dirty="0"/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F6664841-1AB4-3F44-EF50-21090F879FFD}"/>
              </a:ext>
            </a:extLst>
          </p:cNvPr>
          <p:cNvSpPr txBox="1"/>
          <p:nvPr/>
        </p:nvSpPr>
        <p:spPr>
          <a:xfrm>
            <a:off x="2260521" y="3290499"/>
            <a:ext cx="5245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b="1" dirty="0"/>
              <a:t>0100</a:t>
            </a:r>
          </a:p>
          <a:p>
            <a:pPr algn="ctr"/>
            <a:r>
              <a:rPr lang="en-US" altLang="zh-CN" sz="1200" b="1" dirty="0"/>
              <a:t>(+4)</a:t>
            </a:r>
            <a:endParaRPr lang="zh-CN" altLang="en-US" sz="1200" b="1" dirty="0"/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C06427E8-7A2B-57A7-7165-4875D994A915}"/>
              </a:ext>
            </a:extLst>
          </p:cNvPr>
          <p:cNvSpPr txBox="1"/>
          <p:nvPr/>
        </p:nvSpPr>
        <p:spPr>
          <a:xfrm>
            <a:off x="2720261" y="3290499"/>
            <a:ext cx="5245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b="1" dirty="0"/>
              <a:t>0101</a:t>
            </a:r>
          </a:p>
          <a:p>
            <a:pPr algn="ctr"/>
            <a:r>
              <a:rPr lang="en-US" altLang="zh-CN" sz="1200" b="1" dirty="0"/>
              <a:t>(+5)</a:t>
            </a:r>
            <a:endParaRPr lang="zh-CN" altLang="en-US" sz="1200" b="1" dirty="0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3296CC14-9E22-3812-83A4-087F82CE19D3}"/>
              </a:ext>
            </a:extLst>
          </p:cNvPr>
          <p:cNvSpPr txBox="1"/>
          <p:nvPr/>
        </p:nvSpPr>
        <p:spPr>
          <a:xfrm>
            <a:off x="3177460" y="3290499"/>
            <a:ext cx="5245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b="1" dirty="0"/>
              <a:t>0110</a:t>
            </a:r>
          </a:p>
          <a:p>
            <a:pPr algn="ctr"/>
            <a:r>
              <a:rPr lang="en-US" altLang="zh-CN" sz="1200" b="1" dirty="0"/>
              <a:t>(+6)</a:t>
            </a:r>
            <a:endParaRPr lang="zh-CN" altLang="en-US" sz="1200" b="1" dirty="0"/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84BE9D3F-4852-FA12-E4D9-30103B97344F}"/>
              </a:ext>
            </a:extLst>
          </p:cNvPr>
          <p:cNvSpPr txBox="1"/>
          <p:nvPr/>
        </p:nvSpPr>
        <p:spPr>
          <a:xfrm>
            <a:off x="3632341" y="3290499"/>
            <a:ext cx="5245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b="1" dirty="0"/>
              <a:t>0111</a:t>
            </a:r>
          </a:p>
          <a:p>
            <a:pPr algn="ctr"/>
            <a:r>
              <a:rPr lang="en-US" altLang="zh-CN" sz="1200" b="1" dirty="0"/>
              <a:t>(+7)</a:t>
            </a:r>
            <a:endParaRPr lang="zh-CN" altLang="en-US" sz="1200" b="1" dirty="0"/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1E3CD6AA-43FA-A781-48E5-32D6DF4B4DFC}"/>
              </a:ext>
            </a:extLst>
          </p:cNvPr>
          <p:cNvSpPr txBox="1"/>
          <p:nvPr/>
        </p:nvSpPr>
        <p:spPr>
          <a:xfrm>
            <a:off x="4084904" y="3290498"/>
            <a:ext cx="5245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b="1" dirty="0"/>
              <a:t>1000</a:t>
            </a:r>
          </a:p>
          <a:p>
            <a:pPr algn="ctr"/>
            <a:r>
              <a:rPr lang="en-US" altLang="zh-CN" sz="1200" b="1" dirty="0"/>
              <a:t>(-8)</a:t>
            </a:r>
            <a:endParaRPr lang="zh-CN" altLang="en-US" sz="1200" b="1" dirty="0"/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4A91DA6B-BEB6-DFE8-3A8A-5925E5E53D5A}"/>
              </a:ext>
            </a:extLst>
          </p:cNvPr>
          <p:cNvSpPr txBox="1"/>
          <p:nvPr/>
        </p:nvSpPr>
        <p:spPr>
          <a:xfrm>
            <a:off x="4552263" y="3290498"/>
            <a:ext cx="5245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b="1" dirty="0"/>
              <a:t>1001</a:t>
            </a:r>
          </a:p>
          <a:p>
            <a:pPr algn="ctr"/>
            <a:r>
              <a:rPr lang="en-US" altLang="zh-CN" sz="1200" b="1" dirty="0"/>
              <a:t>(-7)</a:t>
            </a:r>
            <a:endParaRPr lang="zh-CN" altLang="en-US" sz="1200" b="1" dirty="0"/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1694BA04-F559-354F-93F3-1CA0AD525D7A}"/>
              </a:ext>
            </a:extLst>
          </p:cNvPr>
          <p:cNvSpPr txBox="1"/>
          <p:nvPr/>
        </p:nvSpPr>
        <p:spPr>
          <a:xfrm>
            <a:off x="5006372" y="3292963"/>
            <a:ext cx="5245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b="1" dirty="0"/>
              <a:t>1010</a:t>
            </a:r>
          </a:p>
          <a:p>
            <a:pPr algn="ctr"/>
            <a:r>
              <a:rPr lang="en-US" altLang="zh-CN" sz="1200" b="1" dirty="0"/>
              <a:t>(-6)</a:t>
            </a:r>
            <a:endParaRPr lang="zh-CN" altLang="en-US" sz="1200" b="1" dirty="0"/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4FCA2280-B900-3F2A-CE8C-CD9E6E348F57}"/>
              </a:ext>
            </a:extLst>
          </p:cNvPr>
          <p:cNvSpPr txBox="1"/>
          <p:nvPr/>
        </p:nvSpPr>
        <p:spPr>
          <a:xfrm>
            <a:off x="5463571" y="3290498"/>
            <a:ext cx="5245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b="1" dirty="0"/>
              <a:t>1011</a:t>
            </a:r>
          </a:p>
          <a:p>
            <a:pPr algn="ctr"/>
            <a:r>
              <a:rPr lang="en-US" altLang="zh-CN" sz="1200" b="1" dirty="0"/>
              <a:t>(-5)</a:t>
            </a:r>
            <a:endParaRPr lang="zh-CN" altLang="en-US" sz="1200" b="1" dirty="0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3107A3CC-3B3E-C042-CA6D-1207C1301790}"/>
              </a:ext>
            </a:extLst>
          </p:cNvPr>
          <p:cNvSpPr txBox="1"/>
          <p:nvPr/>
        </p:nvSpPr>
        <p:spPr>
          <a:xfrm>
            <a:off x="5919223" y="3290498"/>
            <a:ext cx="5245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b="1" dirty="0"/>
              <a:t>1100</a:t>
            </a:r>
          </a:p>
          <a:p>
            <a:pPr algn="ctr"/>
            <a:r>
              <a:rPr lang="en-US" altLang="zh-CN" sz="1200" b="1" dirty="0"/>
              <a:t>(-4)</a:t>
            </a:r>
            <a:endParaRPr lang="zh-CN" altLang="en-US" sz="1200" b="1" dirty="0"/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21CE9F88-49F6-285C-0370-A58D3C641512}"/>
              </a:ext>
            </a:extLst>
          </p:cNvPr>
          <p:cNvSpPr txBox="1"/>
          <p:nvPr/>
        </p:nvSpPr>
        <p:spPr>
          <a:xfrm>
            <a:off x="6374873" y="3290497"/>
            <a:ext cx="5245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b="1" dirty="0"/>
              <a:t>1101</a:t>
            </a:r>
          </a:p>
          <a:p>
            <a:pPr algn="ctr"/>
            <a:r>
              <a:rPr lang="en-US" altLang="zh-CN" sz="1200" b="1" dirty="0"/>
              <a:t>(-3)</a:t>
            </a:r>
            <a:endParaRPr lang="zh-CN" altLang="en-US" sz="1200" b="1" dirty="0"/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B7DAEC0C-8F24-4212-BCC1-4D42F7E0EB0E}"/>
              </a:ext>
            </a:extLst>
          </p:cNvPr>
          <p:cNvSpPr txBox="1"/>
          <p:nvPr/>
        </p:nvSpPr>
        <p:spPr>
          <a:xfrm>
            <a:off x="6839147" y="3290496"/>
            <a:ext cx="5245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b="1" dirty="0"/>
              <a:t>1110</a:t>
            </a:r>
          </a:p>
          <a:p>
            <a:pPr algn="ctr"/>
            <a:r>
              <a:rPr lang="en-US" altLang="zh-CN" sz="1200" b="1" dirty="0"/>
              <a:t>(-2)</a:t>
            </a:r>
            <a:endParaRPr lang="zh-CN" altLang="en-US" sz="1200" b="1" dirty="0"/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B41B8453-B3F0-76B8-0877-C52534A43606}"/>
              </a:ext>
            </a:extLst>
          </p:cNvPr>
          <p:cNvSpPr txBox="1"/>
          <p:nvPr/>
        </p:nvSpPr>
        <p:spPr>
          <a:xfrm>
            <a:off x="7292814" y="3290496"/>
            <a:ext cx="5245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b="1" dirty="0"/>
              <a:t>1111</a:t>
            </a:r>
          </a:p>
          <a:p>
            <a:pPr algn="ctr"/>
            <a:r>
              <a:rPr lang="en-US" altLang="zh-CN" sz="1200" b="1" dirty="0"/>
              <a:t>(-1)</a:t>
            </a:r>
            <a:endParaRPr lang="zh-CN" altLang="en-US" sz="1200" b="1" dirty="0"/>
          </a:p>
        </p:txBody>
      </p:sp>
      <p:sp>
        <p:nvSpPr>
          <p:cNvPr id="70" name="箭头: 上弧形 69">
            <a:extLst>
              <a:ext uri="{FF2B5EF4-FFF2-40B4-BE49-F238E27FC236}">
                <a16:creationId xmlns:a16="http://schemas.microsoft.com/office/drawing/2014/main" id="{DCBD8AA9-A914-A818-6D55-0AAFCC5E1C8D}"/>
              </a:ext>
            </a:extLst>
          </p:cNvPr>
          <p:cNvSpPr/>
          <p:nvPr/>
        </p:nvSpPr>
        <p:spPr>
          <a:xfrm>
            <a:off x="1143000" y="2443480"/>
            <a:ext cx="6482080" cy="715622"/>
          </a:xfrm>
          <a:prstGeom prst="curvedDownArrow">
            <a:avLst>
              <a:gd name="adj1" fmla="val 4286"/>
              <a:gd name="adj2" fmla="val 18730"/>
              <a:gd name="adj3" fmla="val 13392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1" name="箭头: 上弧形 70">
            <a:extLst>
              <a:ext uri="{FF2B5EF4-FFF2-40B4-BE49-F238E27FC236}">
                <a16:creationId xmlns:a16="http://schemas.microsoft.com/office/drawing/2014/main" id="{C5CDD3AE-5D18-DB49-A30B-3869A46FF34A}"/>
              </a:ext>
            </a:extLst>
          </p:cNvPr>
          <p:cNvSpPr/>
          <p:nvPr/>
        </p:nvSpPr>
        <p:spPr>
          <a:xfrm>
            <a:off x="3891501" y="2920999"/>
            <a:ext cx="949740" cy="232963"/>
          </a:xfrm>
          <a:prstGeom prst="curvedDownArrow">
            <a:avLst>
              <a:gd name="adj1" fmla="val 4286"/>
              <a:gd name="adj2" fmla="val 19889"/>
              <a:gd name="adj3" fmla="val 13681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74" name="直接连接符 73">
            <a:extLst>
              <a:ext uri="{FF2B5EF4-FFF2-40B4-BE49-F238E27FC236}">
                <a16:creationId xmlns:a16="http://schemas.microsoft.com/office/drawing/2014/main" id="{331E0B7A-9FE4-F622-54FB-CC283F880515}"/>
              </a:ext>
            </a:extLst>
          </p:cNvPr>
          <p:cNvCxnSpPr>
            <a:cxnSpLocks/>
          </p:cNvCxnSpPr>
          <p:nvPr/>
        </p:nvCxnSpPr>
        <p:spPr>
          <a:xfrm>
            <a:off x="4352235" y="2184400"/>
            <a:ext cx="14136" cy="236728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7" name="箭头: 上弧形 76">
            <a:extLst>
              <a:ext uri="{FF2B5EF4-FFF2-40B4-BE49-F238E27FC236}">
                <a16:creationId xmlns:a16="http://schemas.microsoft.com/office/drawing/2014/main" id="{084FEEDD-457E-D43B-AC1F-088307A453E9}"/>
              </a:ext>
            </a:extLst>
          </p:cNvPr>
          <p:cNvSpPr/>
          <p:nvPr/>
        </p:nvSpPr>
        <p:spPr>
          <a:xfrm rot="10800000" flipH="1">
            <a:off x="1152939" y="3735611"/>
            <a:ext cx="3734021" cy="715622"/>
          </a:xfrm>
          <a:prstGeom prst="curvedDownArrow">
            <a:avLst>
              <a:gd name="adj1" fmla="val 4286"/>
              <a:gd name="adj2" fmla="val 18730"/>
              <a:gd name="adj3" fmla="val 13392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8" name="箭头: 上弧形 77">
            <a:extLst>
              <a:ext uri="{FF2B5EF4-FFF2-40B4-BE49-F238E27FC236}">
                <a16:creationId xmlns:a16="http://schemas.microsoft.com/office/drawing/2014/main" id="{1B0D2BA7-F3D1-DBE0-E8BE-0D83D2392D1E}"/>
              </a:ext>
            </a:extLst>
          </p:cNvPr>
          <p:cNvSpPr/>
          <p:nvPr/>
        </p:nvSpPr>
        <p:spPr>
          <a:xfrm rot="10800000" flipH="1">
            <a:off x="3886563" y="3733146"/>
            <a:ext cx="3734021" cy="715622"/>
          </a:xfrm>
          <a:prstGeom prst="curvedDownArrow">
            <a:avLst>
              <a:gd name="adj1" fmla="val 4286"/>
              <a:gd name="adj2" fmla="val 18730"/>
              <a:gd name="adj3" fmla="val 13392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58791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BBA7E6-B65C-F819-E3DE-272A8D93A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DE04E79-6FE1-211D-5749-D260188E43B2}"/>
              </a:ext>
            </a:extLst>
          </p:cNvPr>
          <p:cNvSpPr/>
          <p:nvPr/>
        </p:nvSpPr>
        <p:spPr>
          <a:xfrm>
            <a:off x="487680" y="990600"/>
            <a:ext cx="1874520" cy="2489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C1B94B3-4BDC-03CD-1943-F955616FEE35}"/>
              </a:ext>
            </a:extLst>
          </p:cNvPr>
          <p:cNvSpPr/>
          <p:nvPr/>
        </p:nvSpPr>
        <p:spPr>
          <a:xfrm>
            <a:off x="2357120" y="990600"/>
            <a:ext cx="1874520" cy="2489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087F4762-DEA5-4574-3913-3A77933886CC}"/>
              </a:ext>
            </a:extLst>
          </p:cNvPr>
          <p:cNvCxnSpPr>
            <a:cxnSpLocks/>
            <a:endCxn id="3" idx="0"/>
          </p:cNvCxnSpPr>
          <p:nvPr/>
        </p:nvCxnSpPr>
        <p:spPr>
          <a:xfrm>
            <a:off x="3294380" y="579120"/>
            <a:ext cx="0" cy="41148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E3EB3A23-1180-4A5E-FCDA-DC43746D4F02}"/>
              </a:ext>
            </a:extLst>
          </p:cNvPr>
          <p:cNvCxnSpPr>
            <a:cxnSpLocks/>
            <a:endCxn id="2" idx="0"/>
          </p:cNvCxnSpPr>
          <p:nvPr/>
        </p:nvCxnSpPr>
        <p:spPr>
          <a:xfrm>
            <a:off x="1424940" y="579120"/>
            <a:ext cx="0" cy="41148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77AA317A-4FCA-99FC-1F88-664C546E52C5}"/>
              </a:ext>
            </a:extLst>
          </p:cNvPr>
          <p:cNvCxnSpPr/>
          <p:nvPr/>
        </p:nvCxnSpPr>
        <p:spPr>
          <a:xfrm flipV="1">
            <a:off x="1318260" y="670560"/>
            <a:ext cx="213360" cy="14224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A19BC2B0-D4AA-2EB3-270F-2C8EEAF3F8B8}"/>
              </a:ext>
            </a:extLst>
          </p:cNvPr>
          <p:cNvCxnSpPr/>
          <p:nvPr/>
        </p:nvCxnSpPr>
        <p:spPr>
          <a:xfrm flipV="1">
            <a:off x="3187700" y="670560"/>
            <a:ext cx="213360" cy="14224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文本框 47">
            <a:extLst>
              <a:ext uri="{FF2B5EF4-FFF2-40B4-BE49-F238E27FC236}">
                <a16:creationId xmlns:a16="http://schemas.microsoft.com/office/drawing/2014/main" id="{A9961B88-B151-1B38-4F85-D0A12036830F}"/>
              </a:ext>
            </a:extLst>
          </p:cNvPr>
          <p:cNvSpPr txBox="1"/>
          <p:nvPr/>
        </p:nvSpPr>
        <p:spPr>
          <a:xfrm>
            <a:off x="1485854" y="563146"/>
            <a:ext cx="3048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/>
              <a:t>n</a:t>
            </a:r>
            <a:endParaRPr lang="zh-CN" altLang="en-US" sz="1600" b="1" dirty="0"/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C19E5B80-72CD-06AD-B3A2-7448F1C80C80}"/>
              </a:ext>
            </a:extLst>
          </p:cNvPr>
          <p:cNvSpPr txBox="1"/>
          <p:nvPr/>
        </p:nvSpPr>
        <p:spPr>
          <a:xfrm>
            <a:off x="3355294" y="579120"/>
            <a:ext cx="3048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/>
              <a:t>n</a:t>
            </a:r>
            <a:endParaRPr lang="zh-CN" altLang="en-US" sz="1600" b="1" dirty="0"/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2417A62C-E801-D3FE-3782-4C46C1212F1D}"/>
              </a:ext>
            </a:extLst>
          </p:cNvPr>
          <p:cNvSpPr txBox="1"/>
          <p:nvPr/>
        </p:nvSpPr>
        <p:spPr>
          <a:xfrm>
            <a:off x="1280068" y="252363"/>
            <a:ext cx="2984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/>
              <a:t>0</a:t>
            </a:r>
            <a:endParaRPr lang="zh-CN" altLang="en-US" sz="1600" b="1" dirty="0"/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30CBF5A0-BA54-54F8-1923-0152A33ECD9B}"/>
              </a:ext>
            </a:extLst>
          </p:cNvPr>
          <p:cNvSpPr txBox="1"/>
          <p:nvPr/>
        </p:nvSpPr>
        <p:spPr>
          <a:xfrm>
            <a:off x="2915109" y="252363"/>
            <a:ext cx="7585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 err="1"/>
              <a:t>DataA</a:t>
            </a:r>
            <a:endParaRPr lang="zh-CN" altLang="en-US" sz="1600" b="1" dirty="0"/>
          </a:p>
        </p:txBody>
      </p:sp>
      <p:cxnSp>
        <p:nvCxnSpPr>
          <p:cNvPr id="69" name="直接箭头连接符 68">
            <a:extLst>
              <a:ext uri="{FF2B5EF4-FFF2-40B4-BE49-F238E27FC236}">
                <a16:creationId xmlns:a16="http://schemas.microsoft.com/office/drawing/2014/main" id="{6A800DB9-E6D2-689C-8B3F-7947698DDB9D}"/>
              </a:ext>
            </a:extLst>
          </p:cNvPr>
          <p:cNvCxnSpPr/>
          <p:nvPr/>
        </p:nvCxnSpPr>
        <p:spPr>
          <a:xfrm>
            <a:off x="2357120" y="1468120"/>
            <a:ext cx="0" cy="87376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2" name="文本框 71">
            <a:extLst>
              <a:ext uri="{FF2B5EF4-FFF2-40B4-BE49-F238E27FC236}">
                <a16:creationId xmlns:a16="http://schemas.microsoft.com/office/drawing/2014/main" id="{AD0B3EEC-E9FF-038A-3A02-529D3D2BAB72}"/>
              </a:ext>
            </a:extLst>
          </p:cNvPr>
          <p:cNvSpPr txBox="1"/>
          <p:nvPr/>
        </p:nvSpPr>
        <p:spPr>
          <a:xfrm>
            <a:off x="2318712" y="1569884"/>
            <a:ext cx="10823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/>
              <a:t>Shift-left</a:t>
            </a:r>
          </a:p>
          <a:p>
            <a:r>
              <a:rPr lang="en-US" altLang="zh-CN" sz="1600" b="1" dirty="0"/>
              <a:t>n-1 times</a:t>
            </a:r>
            <a:endParaRPr lang="zh-CN" altLang="en-US" sz="1600" b="1" dirty="0"/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874E5CCD-89E6-0CD0-42EC-77FA759F7B68}"/>
              </a:ext>
            </a:extLst>
          </p:cNvPr>
          <p:cNvSpPr/>
          <p:nvPr/>
        </p:nvSpPr>
        <p:spPr>
          <a:xfrm>
            <a:off x="487680" y="2485023"/>
            <a:ext cx="1874520" cy="2489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67169546-6141-0A5F-A1B0-C1801BA95401}"/>
              </a:ext>
            </a:extLst>
          </p:cNvPr>
          <p:cNvSpPr/>
          <p:nvPr/>
        </p:nvSpPr>
        <p:spPr>
          <a:xfrm>
            <a:off x="2357120" y="2485023"/>
            <a:ext cx="1874520" cy="2489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42867EFB-4EBA-D10B-D830-6B38A4AF6AAE}"/>
              </a:ext>
            </a:extLst>
          </p:cNvPr>
          <p:cNvSpPr/>
          <p:nvPr/>
        </p:nvSpPr>
        <p:spPr>
          <a:xfrm>
            <a:off x="701040" y="2485023"/>
            <a:ext cx="1874520" cy="2489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99C1AB27-3E76-431F-4827-09045B2BAAE7}"/>
              </a:ext>
            </a:extLst>
          </p:cNvPr>
          <p:cNvSpPr txBox="1"/>
          <p:nvPr/>
        </p:nvSpPr>
        <p:spPr>
          <a:xfrm>
            <a:off x="1259029" y="2440206"/>
            <a:ext cx="7585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 err="1"/>
              <a:t>DataA</a:t>
            </a:r>
            <a:endParaRPr lang="zh-CN" altLang="en-US" sz="1600" b="1" dirty="0"/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6D12AFEE-576A-E709-31EE-BE12E42DAD43}"/>
              </a:ext>
            </a:extLst>
          </p:cNvPr>
          <p:cNvSpPr txBox="1"/>
          <p:nvPr/>
        </p:nvSpPr>
        <p:spPr>
          <a:xfrm>
            <a:off x="2788919" y="2435126"/>
            <a:ext cx="13388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/>
              <a:t>{(n-1){1’b0}}</a:t>
            </a:r>
            <a:endParaRPr lang="zh-CN" altLang="en-US" sz="1600" b="1" dirty="0"/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210451D6-1114-EB29-2C02-E4AE9BCF1A92}"/>
              </a:ext>
            </a:extLst>
          </p:cNvPr>
          <p:cNvSpPr txBox="1"/>
          <p:nvPr/>
        </p:nvSpPr>
        <p:spPr>
          <a:xfrm>
            <a:off x="445120" y="2435126"/>
            <a:ext cx="2984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/>
              <a:t>0</a:t>
            </a:r>
            <a:endParaRPr lang="zh-CN" altLang="en-US" sz="1600" b="1" dirty="0"/>
          </a:p>
        </p:txBody>
      </p:sp>
      <p:cxnSp>
        <p:nvCxnSpPr>
          <p:cNvPr id="84" name="直接箭头连接符 83">
            <a:extLst>
              <a:ext uri="{FF2B5EF4-FFF2-40B4-BE49-F238E27FC236}">
                <a16:creationId xmlns:a16="http://schemas.microsoft.com/office/drawing/2014/main" id="{B6C9F249-C4F0-F3BE-15DE-89E8FA1CB210}"/>
              </a:ext>
            </a:extLst>
          </p:cNvPr>
          <p:cNvCxnSpPr>
            <a:cxnSpLocks/>
          </p:cNvCxnSpPr>
          <p:nvPr/>
        </p:nvCxnSpPr>
        <p:spPr>
          <a:xfrm>
            <a:off x="7356278" y="579120"/>
            <a:ext cx="0" cy="41148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5" name="直接箭头连接符 84">
            <a:extLst>
              <a:ext uri="{FF2B5EF4-FFF2-40B4-BE49-F238E27FC236}">
                <a16:creationId xmlns:a16="http://schemas.microsoft.com/office/drawing/2014/main" id="{C8354804-3190-788D-F09D-6340F69BA69A}"/>
              </a:ext>
            </a:extLst>
          </p:cNvPr>
          <p:cNvCxnSpPr>
            <a:cxnSpLocks/>
          </p:cNvCxnSpPr>
          <p:nvPr/>
        </p:nvCxnSpPr>
        <p:spPr>
          <a:xfrm>
            <a:off x="5699035" y="579120"/>
            <a:ext cx="0" cy="41148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6" name="直接连接符 85">
            <a:extLst>
              <a:ext uri="{FF2B5EF4-FFF2-40B4-BE49-F238E27FC236}">
                <a16:creationId xmlns:a16="http://schemas.microsoft.com/office/drawing/2014/main" id="{0570A48C-CD57-C4A9-F3FC-E6492DAA834B}"/>
              </a:ext>
            </a:extLst>
          </p:cNvPr>
          <p:cNvCxnSpPr/>
          <p:nvPr/>
        </p:nvCxnSpPr>
        <p:spPr>
          <a:xfrm flipV="1">
            <a:off x="5592355" y="670560"/>
            <a:ext cx="213360" cy="14224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7" name="直接连接符 86">
            <a:extLst>
              <a:ext uri="{FF2B5EF4-FFF2-40B4-BE49-F238E27FC236}">
                <a16:creationId xmlns:a16="http://schemas.microsoft.com/office/drawing/2014/main" id="{5E7AB518-4BDE-15A4-4B6A-2E9F3DC6DBB7}"/>
              </a:ext>
            </a:extLst>
          </p:cNvPr>
          <p:cNvCxnSpPr/>
          <p:nvPr/>
        </p:nvCxnSpPr>
        <p:spPr>
          <a:xfrm flipV="1">
            <a:off x="7249598" y="670560"/>
            <a:ext cx="213360" cy="14224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8" name="文本框 87">
            <a:extLst>
              <a:ext uri="{FF2B5EF4-FFF2-40B4-BE49-F238E27FC236}">
                <a16:creationId xmlns:a16="http://schemas.microsoft.com/office/drawing/2014/main" id="{614BB751-5ADD-EFA3-6FD9-DDF6B22F67F2}"/>
              </a:ext>
            </a:extLst>
          </p:cNvPr>
          <p:cNvSpPr txBox="1"/>
          <p:nvPr/>
        </p:nvSpPr>
        <p:spPr>
          <a:xfrm>
            <a:off x="5759949" y="563146"/>
            <a:ext cx="3048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/>
              <a:t>n</a:t>
            </a:r>
            <a:endParaRPr lang="zh-CN" altLang="en-US" sz="1600" b="1" dirty="0"/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ED3B0041-31FD-6CED-9C16-465751FEA808}"/>
              </a:ext>
            </a:extLst>
          </p:cNvPr>
          <p:cNvSpPr txBox="1"/>
          <p:nvPr/>
        </p:nvSpPr>
        <p:spPr>
          <a:xfrm>
            <a:off x="7417192" y="579120"/>
            <a:ext cx="5212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/>
              <a:t>n-1</a:t>
            </a:r>
            <a:endParaRPr lang="zh-CN" altLang="en-US" sz="1600" b="1" dirty="0"/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DCCBE65B-48EE-BFBD-C09D-F97AF34D16D1}"/>
              </a:ext>
            </a:extLst>
          </p:cNvPr>
          <p:cNvSpPr txBox="1"/>
          <p:nvPr/>
        </p:nvSpPr>
        <p:spPr>
          <a:xfrm>
            <a:off x="7207038" y="257274"/>
            <a:ext cx="2984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/>
              <a:t>0</a:t>
            </a:r>
            <a:endParaRPr lang="zh-CN" altLang="en-US" sz="1600" b="1" dirty="0"/>
          </a:p>
        </p:txBody>
      </p:sp>
      <p:cxnSp>
        <p:nvCxnSpPr>
          <p:cNvPr id="92" name="直接箭头连接符 91">
            <a:extLst>
              <a:ext uri="{FF2B5EF4-FFF2-40B4-BE49-F238E27FC236}">
                <a16:creationId xmlns:a16="http://schemas.microsoft.com/office/drawing/2014/main" id="{B6367487-F333-FCA1-94D3-6DFEE0957CAD}"/>
              </a:ext>
            </a:extLst>
          </p:cNvPr>
          <p:cNvCxnSpPr/>
          <p:nvPr/>
        </p:nvCxnSpPr>
        <p:spPr>
          <a:xfrm>
            <a:off x="6419018" y="1468120"/>
            <a:ext cx="0" cy="87376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3" name="文本框 92">
            <a:extLst>
              <a:ext uri="{FF2B5EF4-FFF2-40B4-BE49-F238E27FC236}">
                <a16:creationId xmlns:a16="http://schemas.microsoft.com/office/drawing/2014/main" id="{08C69F5E-9607-A50B-ED3B-1DC068312C2E}"/>
              </a:ext>
            </a:extLst>
          </p:cNvPr>
          <p:cNvSpPr txBox="1"/>
          <p:nvPr/>
        </p:nvSpPr>
        <p:spPr>
          <a:xfrm>
            <a:off x="6393659" y="1468120"/>
            <a:ext cx="116249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/>
              <a:t>Arithmetic</a:t>
            </a:r>
          </a:p>
          <a:p>
            <a:r>
              <a:rPr lang="en-US" altLang="zh-CN" sz="1600" b="1" dirty="0"/>
              <a:t>Shift-right</a:t>
            </a:r>
          </a:p>
          <a:p>
            <a:r>
              <a:rPr lang="en-US" altLang="zh-CN" sz="1600" b="1" dirty="0"/>
              <a:t>n-1 times</a:t>
            </a:r>
            <a:endParaRPr lang="zh-CN" altLang="en-US" sz="1600" b="1" dirty="0"/>
          </a:p>
        </p:txBody>
      </p:sp>
      <p:sp>
        <p:nvSpPr>
          <p:cNvPr id="100" name="矩形 99">
            <a:extLst>
              <a:ext uri="{FF2B5EF4-FFF2-40B4-BE49-F238E27FC236}">
                <a16:creationId xmlns:a16="http://schemas.microsoft.com/office/drawing/2014/main" id="{FACC1348-FB43-9186-B801-087AFBC98ED1}"/>
              </a:ext>
            </a:extLst>
          </p:cNvPr>
          <p:cNvSpPr/>
          <p:nvPr/>
        </p:nvSpPr>
        <p:spPr>
          <a:xfrm>
            <a:off x="4549578" y="988963"/>
            <a:ext cx="1874520" cy="2489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9713047F-694D-B9F2-908E-B6FE627445CA}"/>
              </a:ext>
            </a:extLst>
          </p:cNvPr>
          <p:cNvSpPr/>
          <p:nvPr/>
        </p:nvSpPr>
        <p:spPr>
          <a:xfrm>
            <a:off x="6419018" y="988963"/>
            <a:ext cx="1874520" cy="2489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2" name="矩形 101">
            <a:extLst>
              <a:ext uri="{FF2B5EF4-FFF2-40B4-BE49-F238E27FC236}">
                <a16:creationId xmlns:a16="http://schemas.microsoft.com/office/drawing/2014/main" id="{39E6DDC9-0B09-A50F-684A-07F58767487A}"/>
              </a:ext>
            </a:extLst>
          </p:cNvPr>
          <p:cNvSpPr/>
          <p:nvPr/>
        </p:nvSpPr>
        <p:spPr>
          <a:xfrm>
            <a:off x="4762938" y="988963"/>
            <a:ext cx="1874520" cy="2489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6" name="文本框 105">
            <a:extLst>
              <a:ext uri="{FF2B5EF4-FFF2-40B4-BE49-F238E27FC236}">
                <a16:creationId xmlns:a16="http://schemas.microsoft.com/office/drawing/2014/main" id="{62EF6599-D9FD-2F95-9F7A-C3ED74B4F850}"/>
              </a:ext>
            </a:extLst>
          </p:cNvPr>
          <p:cNvSpPr txBox="1"/>
          <p:nvPr/>
        </p:nvSpPr>
        <p:spPr>
          <a:xfrm>
            <a:off x="5317428" y="248920"/>
            <a:ext cx="7585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 err="1"/>
              <a:t>DataA</a:t>
            </a:r>
            <a:endParaRPr lang="zh-CN" altLang="en-US" sz="1600" b="1" dirty="0"/>
          </a:p>
        </p:txBody>
      </p:sp>
      <p:sp>
        <p:nvSpPr>
          <p:cNvPr id="107" name="文本框 106">
            <a:extLst>
              <a:ext uri="{FF2B5EF4-FFF2-40B4-BE49-F238E27FC236}">
                <a16:creationId xmlns:a16="http://schemas.microsoft.com/office/drawing/2014/main" id="{55DAC250-471F-D0C3-99B0-5A5F2C6CC8B1}"/>
              </a:ext>
            </a:extLst>
          </p:cNvPr>
          <p:cNvSpPr txBox="1"/>
          <p:nvPr/>
        </p:nvSpPr>
        <p:spPr>
          <a:xfrm>
            <a:off x="4203609" y="236558"/>
            <a:ext cx="8996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/>
              <a:t>Sign Bit</a:t>
            </a:r>
            <a:endParaRPr lang="zh-CN" altLang="en-US" sz="1600" b="1" dirty="0"/>
          </a:p>
        </p:txBody>
      </p:sp>
      <p:cxnSp>
        <p:nvCxnSpPr>
          <p:cNvPr id="108" name="直接箭头连接符 107">
            <a:extLst>
              <a:ext uri="{FF2B5EF4-FFF2-40B4-BE49-F238E27FC236}">
                <a16:creationId xmlns:a16="http://schemas.microsoft.com/office/drawing/2014/main" id="{9AA96E95-B3F7-56E6-796F-4B8F8D6A04FF}"/>
              </a:ext>
            </a:extLst>
          </p:cNvPr>
          <p:cNvCxnSpPr>
            <a:cxnSpLocks/>
          </p:cNvCxnSpPr>
          <p:nvPr/>
        </p:nvCxnSpPr>
        <p:spPr>
          <a:xfrm>
            <a:off x="4663101" y="579120"/>
            <a:ext cx="0" cy="41148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9" name="直接连接符 108">
            <a:extLst>
              <a:ext uri="{FF2B5EF4-FFF2-40B4-BE49-F238E27FC236}">
                <a16:creationId xmlns:a16="http://schemas.microsoft.com/office/drawing/2014/main" id="{904681FD-9A8E-CCDB-4335-F08ACBDA6F6D}"/>
              </a:ext>
            </a:extLst>
          </p:cNvPr>
          <p:cNvCxnSpPr/>
          <p:nvPr/>
        </p:nvCxnSpPr>
        <p:spPr>
          <a:xfrm flipV="1">
            <a:off x="4556421" y="670560"/>
            <a:ext cx="213360" cy="14224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0" name="文本框 109">
            <a:extLst>
              <a:ext uri="{FF2B5EF4-FFF2-40B4-BE49-F238E27FC236}">
                <a16:creationId xmlns:a16="http://schemas.microsoft.com/office/drawing/2014/main" id="{DE86D109-2C17-776B-7F25-D7B02EF4CAF0}"/>
              </a:ext>
            </a:extLst>
          </p:cNvPr>
          <p:cNvSpPr txBox="1"/>
          <p:nvPr/>
        </p:nvSpPr>
        <p:spPr>
          <a:xfrm>
            <a:off x="4724015" y="563146"/>
            <a:ext cx="2984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/>
              <a:t>1</a:t>
            </a:r>
            <a:endParaRPr lang="zh-CN" altLang="en-US" sz="1600" b="1" dirty="0"/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FE470E1B-A0D8-8245-0FEA-EA233776981F}"/>
              </a:ext>
            </a:extLst>
          </p:cNvPr>
          <p:cNvSpPr/>
          <p:nvPr/>
        </p:nvSpPr>
        <p:spPr>
          <a:xfrm>
            <a:off x="4549578" y="2485023"/>
            <a:ext cx="1874520" cy="2489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" name="矩形 111">
            <a:extLst>
              <a:ext uri="{FF2B5EF4-FFF2-40B4-BE49-F238E27FC236}">
                <a16:creationId xmlns:a16="http://schemas.microsoft.com/office/drawing/2014/main" id="{F68D976D-E1AA-F378-5452-93C4A70D4463}"/>
              </a:ext>
            </a:extLst>
          </p:cNvPr>
          <p:cNvSpPr/>
          <p:nvPr/>
        </p:nvSpPr>
        <p:spPr>
          <a:xfrm>
            <a:off x="6419018" y="2485023"/>
            <a:ext cx="1874520" cy="2489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3" name="文本框 112">
            <a:extLst>
              <a:ext uri="{FF2B5EF4-FFF2-40B4-BE49-F238E27FC236}">
                <a16:creationId xmlns:a16="http://schemas.microsoft.com/office/drawing/2014/main" id="{14FE7D89-EC1B-6175-4D64-211FB0A33625}"/>
              </a:ext>
            </a:extLst>
          </p:cNvPr>
          <p:cNvSpPr txBox="1"/>
          <p:nvPr/>
        </p:nvSpPr>
        <p:spPr>
          <a:xfrm>
            <a:off x="7037921" y="2435126"/>
            <a:ext cx="7585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 err="1"/>
              <a:t>DataA</a:t>
            </a:r>
            <a:endParaRPr lang="zh-CN" altLang="en-US" sz="1600" b="1" dirty="0"/>
          </a:p>
        </p:txBody>
      </p:sp>
      <p:sp>
        <p:nvSpPr>
          <p:cNvPr id="114" name="文本框 113">
            <a:extLst>
              <a:ext uri="{FF2B5EF4-FFF2-40B4-BE49-F238E27FC236}">
                <a16:creationId xmlns:a16="http://schemas.microsoft.com/office/drawing/2014/main" id="{85B0A7B5-3CDE-B73C-85EA-1C14FD48BB3B}"/>
              </a:ext>
            </a:extLst>
          </p:cNvPr>
          <p:cNvSpPr txBox="1"/>
          <p:nvPr/>
        </p:nvSpPr>
        <p:spPr>
          <a:xfrm>
            <a:off x="4712292" y="2435126"/>
            <a:ext cx="15440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/>
              <a:t>Sign Extension</a:t>
            </a:r>
            <a:endParaRPr lang="zh-CN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26734277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1116</TotalTime>
  <Words>92</Words>
  <Application>Microsoft Office PowerPoint</Application>
  <PresentationFormat>宽屏</PresentationFormat>
  <Paragraphs>52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c25932</dc:creator>
  <cp:lastModifiedBy>c25932</cp:lastModifiedBy>
  <cp:revision>96</cp:revision>
  <dcterms:created xsi:type="dcterms:W3CDTF">2025-12-15T09:38:16Z</dcterms:created>
  <dcterms:modified xsi:type="dcterms:W3CDTF">2025-12-16T04:14:39Z</dcterms:modified>
</cp:coreProperties>
</file>