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0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8977C-8083-DB18-3EB9-AFD62F192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DC16D4-3949-BDE3-1CB8-EBCCC6CAC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590D1-7FC4-4132-710F-9B5B2EA7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F83D8-6A15-4022-4FFC-44A229CA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49BD9-2675-BB79-076F-61D09C5B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18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CC9D9-838F-DCDC-DCBF-5124E6D3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1AEFE-484F-801F-8D2A-8E2C4719E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A4909-F120-BD98-E80A-23C300ED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B6340-3F9B-0977-3210-722BF7A3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D0119-E212-2EF2-3B8B-83B3D990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11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B9A1D-C75A-6E65-7AE5-B6FEEA541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0968E9-80DB-576E-4161-2428C1F69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76370-579A-9478-48BE-1FD15FF6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2F23E-F1F4-A396-B695-0CB874E0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F0BC8-9DCA-4B30-8AB0-18780F75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43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BAB88-D2E3-5CFA-F2AA-88EE2158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CAD2D-4F9C-DEFA-15B3-A5E84F19C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528D85-5C5C-7CA5-70A5-098A904A3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A9DDE1-1623-B2C0-A8B4-3DF97B9F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385A7A-F32B-BB8C-3E76-5886F4EF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CCC98F-5AEC-8711-253C-3537B953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2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06A32-37E7-BE2E-4035-A82967BA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ADA97D-D0E1-7270-1BCA-CED8601E5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1BCBE-F205-4536-D601-A0C22086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C89479-BA48-CBBD-1BB3-EBC526875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98F1A2-E14A-F126-7406-82721CF13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CAD952-03A9-1FB8-073F-C55E3380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4B1287-900B-37CC-70C3-AF726867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C0C8E2-D046-1CCB-1953-B98A9897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46A98-6506-4320-9D31-4AB3312F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D9E66D-E832-1B3E-B180-503C1211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F5060E-A7CA-3FD0-0BD5-7FAA6385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BE6D49-1A72-7F75-DDDB-D23CFDE8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338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1C42C3-57DB-91C8-3666-4ED3D064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31B037-E780-A03C-F4F8-DA468619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55E05-255B-0438-A94D-269481E5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84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8A3F0-05FF-8FCB-04BC-B99FE242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D768E-D96A-EF0F-B9FC-6DDB01AA1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B6B25-E3BB-A219-E029-3C7AC751E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3F62E-EC2E-0535-30E8-811DCF58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BDBA3E-7456-1F59-9022-63D72695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694B9B-8065-E5A5-EFF8-26D0F9D6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05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D277F-7587-A54A-AD0D-569AF0B0A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F7689-C4EB-0155-0A8B-1AD0C88CCE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4539CC-1C2C-9E4F-7D7A-F3B46D31D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BF8FCA-73B8-FCE4-C2A5-3CAD4DE7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5E5125-2644-A6CD-8A82-712BAC3B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FEA20C-0014-36FD-F9AF-47B686C3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8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45132-7185-D493-BBF4-BAB8FC0B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BE6E64-4E0D-3AC6-7DEB-B5505B65D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A389-3E00-1C0A-CEA3-22577C19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DFB67-2D52-315F-9873-AA742F2E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FE8E9-682D-5136-1F01-2575E9D3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29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2A8B03-92F0-E888-FB7D-0DFF3455C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D772A-8B03-FD5E-0D27-6585B507C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1E152-BB6E-CEC5-3793-A2D93EC51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2D946-CA75-0DB1-1E39-A6CAAD5D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9560A-FFAC-4846-C450-348F9B6F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75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968768-AFF9-D9A2-0843-2A86E3D8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12728-7B60-C977-7DEB-D3610B4A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99F11-6A4B-3389-F077-F74894ABF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17D17-D9F9-4D1E-88DC-252F94CA403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2D113-8060-D0D3-B6E0-7F92F783F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561A17-60B3-C0ED-AB40-0F8F45842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E822F-417C-4DF2-8B08-8DD8F953A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12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16083-0249-CFEA-1410-12B16B0E9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2A7132-6D38-1AD6-1DE1-C9DA8ED05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371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28B13C-0557-8CCC-F4A1-3D49F4D2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60" y="0"/>
            <a:ext cx="10513279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B33A70-BE23-A7E1-B547-8726DB178CA2}"/>
              </a:ext>
            </a:extLst>
          </p:cNvPr>
          <p:cNvSpPr txBox="1"/>
          <p:nvPr/>
        </p:nvSpPr>
        <p:spPr>
          <a:xfrm>
            <a:off x="1085726" y="3307895"/>
            <a:ext cx="1826141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东西直行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红 </a:t>
            </a:r>
            <a:r>
              <a:rPr lang="zh-CN" altLang="en-US" sz="2800" b="1" dirty="0">
                <a:solidFill>
                  <a:schemeClr val="accent4"/>
                </a:solidFill>
              </a:rPr>
              <a:t>黄 </a:t>
            </a:r>
            <a:r>
              <a:rPr lang="zh-CN" altLang="en-US" sz="2800" b="1" dirty="0">
                <a:solidFill>
                  <a:srgbClr val="00B050"/>
                </a:solidFill>
              </a:rPr>
              <a:t>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B062B7-0587-B055-3915-596FF4E53604}"/>
              </a:ext>
            </a:extLst>
          </p:cNvPr>
          <p:cNvSpPr txBox="1"/>
          <p:nvPr/>
        </p:nvSpPr>
        <p:spPr>
          <a:xfrm>
            <a:off x="6354854" y="3307895"/>
            <a:ext cx="1826141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南北直行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红 </a:t>
            </a:r>
            <a:r>
              <a:rPr lang="zh-CN" altLang="en-US" sz="2800" b="1" dirty="0">
                <a:solidFill>
                  <a:schemeClr val="accent4"/>
                </a:solidFill>
              </a:rPr>
              <a:t>黄 </a:t>
            </a:r>
            <a:r>
              <a:rPr lang="zh-CN" altLang="en-US" sz="2800" b="1" dirty="0">
                <a:solidFill>
                  <a:srgbClr val="00B050"/>
                </a:solidFill>
              </a:rPr>
              <a:t>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6351E7-21E7-64E2-89C8-EAE12B9F2C88}"/>
              </a:ext>
            </a:extLst>
          </p:cNvPr>
          <p:cNvSpPr txBox="1"/>
          <p:nvPr/>
        </p:nvSpPr>
        <p:spPr>
          <a:xfrm>
            <a:off x="8343674" y="3307894"/>
            <a:ext cx="1826141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南北左转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红 </a:t>
            </a:r>
            <a:r>
              <a:rPr lang="zh-CN" altLang="en-US" sz="2800" b="1" dirty="0">
                <a:solidFill>
                  <a:schemeClr val="accent4"/>
                </a:solidFill>
              </a:rPr>
              <a:t>黄 </a:t>
            </a:r>
            <a:r>
              <a:rPr lang="zh-CN" altLang="en-US" sz="2800" b="1" dirty="0">
                <a:solidFill>
                  <a:srgbClr val="00B050"/>
                </a:solidFill>
              </a:rPr>
              <a:t>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EC8C23-BE92-2D70-CA6F-D54764324E75}"/>
              </a:ext>
            </a:extLst>
          </p:cNvPr>
          <p:cNvSpPr/>
          <p:nvPr/>
        </p:nvSpPr>
        <p:spPr>
          <a:xfrm>
            <a:off x="1293876" y="987552"/>
            <a:ext cx="909828" cy="544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E55596-1B83-ADF5-FF93-EAAC11747514}"/>
              </a:ext>
            </a:extLst>
          </p:cNvPr>
          <p:cNvSpPr/>
          <p:nvPr/>
        </p:nvSpPr>
        <p:spPr>
          <a:xfrm>
            <a:off x="2253996" y="987552"/>
            <a:ext cx="909828" cy="544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07B30D-47E7-600B-4922-E939A78419E2}"/>
              </a:ext>
            </a:extLst>
          </p:cNvPr>
          <p:cNvSpPr/>
          <p:nvPr/>
        </p:nvSpPr>
        <p:spPr>
          <a:xfrm>
            <a:off x="3250692" y="987552"/>
            <a:ext cx="909828" cy="544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E163EA-0222-E9D1-F39E-912971A4E403}"/>
              </a:ext>
            </a:extLst>
          </p:cNvPr>
          <p:cNvSpPr/>
          <p:nvPr/>
        </p:nvSpPr>
        <p:spPr>
          <a:xfrm>
            <a:off x="4210812" y="987552"/>
            <a:ext cx="909828" cy="544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1AA50ED-8983-9D9B-092D-AD8F729DE99D}"/>
              </a:ext>
            </a:extLst>
          </p:cNvPr>
          <p:cNvSpPr/>
          <p:nvPr/>
        </p:nvSpPr>
        <p:spPr>
          <a:xfrm>
            <a:off x="1760220" y="1522476"/>
            <a:ext cx="356616" cy="1787652"/>
          </a:xfrm>
          <a:custGeom>
            <a:avLst/>
            <a:gdLst>
              <a:gd name="csX0" fmla="*/ 356616 w 356616"/>
              <a:gd name="csY0" fmla="*/ 1787652 h 1787652"/>
              <a:gd name="csX1" fmla="*/ 292608 w 356616"/>
              <a:gd name="csY1" fmla="*/ 662940 h 1787652"/>
              <a:gd name="csX2" fmla="*/ 0 w 356616"/>
              <a:gd name="csY2" fmla="*/ 0 h 1787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6616" h="1787652">
                <a:moveTo>
                  <a:pt x="356616" y="1787652"/>
                </a:moveTo>
                <a:cubicBezTo>
                  <a:pt x="354330" y="1374267"/>
                  <a:pt x="352044" y="960882"/>
                  <a:pt x="292608" y="662940"/>
                </a:cubicBezTo>
                <a:cubicBezTo>
                  <a:pt x="233172" y="364998"/>
                  <a:pt x="116586" y="18249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00E9AA8-2278-4B0D-1973-9300BFB3E280}"/>
              </a:ext>
            </a:extLst>
          </p:cNvPr>
          <p:cNvSpPr/>
          <p:nvPr/>
        </p:nvSpPr>
        <p:spPr>
          <a:xfrm>
            <a:off x="2709283" y="1531620"/>
            <a:ext cx="1200982" cy="1776274"/>
          </a:xfrm>
          <a:custGeom>
            <a:avLst/>
            <a:gdLst>
              <a:gd name="csX0" fmla="*/ 356616 w 356616"/>
              <a:gd name="csY0" fmla="*/ 1787652 h 1787652"/>
              <a:gd name="csX1" fmla="*/ 292608 w 356616"/>
              <a:gd name="csY1" fmla="*/ 662940 h 1787652"/>
              <a:gd name="csX2" fmla="*/ 0 w 356616"/>
              <a:gd name="csY2" fmla="*/ 0 h 1787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6616" h="1787652">
                <a:moveTo>
                  <a:pt x="356616" y="1787652"/>
                </a:moveTo>
                <a:cubicBezTo>
                  <a:pt x="354330" y="1374267"/>
                  <a:pt x="352044" y="960882"/>
                  <a:pt x="292608" y="662940"/>
                </a:cubicBezTo>
                <a:cubicBezTo>
                  <a:pt x="233172" y="364998"/>
                  <a:pt x="116586" y="18249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8DCD910-86A3-F711-9930-6F85F69665F6}"/>
              </a:ext>
            </a:extLst>
          </p:cNvPr>
          <p:cNvSpPr/>
          <p:nvPr/>
        </p:nvSpPr>
        <p:spPr>
          <a:xfrm>
            <a:off x="3803903" y="1517904"/>
            <a:ext cx="3485659" cy="1776274"/>
          </a:xfrm>
          <a:custGeom>
            <a:avLst/>
            <a:gdLst>
              <a:gd name="csX0" fmla="*/ 2551176 w 2551176"/>
              <a:gd name="csY0" fmla="*/ 1796796 h 1796796"/>
              <a:gd name="csX1" fmla="*/ 2125980 w 2551176"/>
              <a:gd name="csY1" fmla="*/ 1298448 h 1796796"/>
              <a:gd name="csX2" fmla="*/ 548640 w 2551176"/>
              <a:gd name="csY2" fmla="*/ 818388 h 1796796"/>
              <a:gd name="csX3" fmla="*/ 0 w 2551176"/>
              <a:gd name="csY3" fmla="*/ 0 h 1796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51176" h="1796796">
                <a:moveTo>
                  <a:pt x="2551176" y="1796796"/>
                </a:moveTo>
                <a:cubicBezTo>
                  <a:pt x="2505456" y="1629156"/>
                  <a:pt x="2459736" y="1461516"/>
                  <a:pt x="2125980" y="1298448"/>
                </a:cubicBezTo>
                <a:cubicBezTo>
                  <a:pt x="1792224" y="1135380"/>
                  <a:pt x="902970" y="1034796"/>
                  <a:pt x="548640" y="818388"/>
                </a:cubicBezTo>
                <a:cubicBezTo>
                  <a:pt x="194310" y="601980"/>
                  <a:pt x="97155" y="300990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1588CF9-EB55-45A5-7F3E-2F3756B480AE}"/>
              </a:ext>
            </a:extLst>
          </p:cNvPr>
          <p:cNvSpPr/>
          <p:nvPr/>
        </p:nvSpPr>
        <p:spPr>
          <a:xfrm>
            <a:off x="4690804" y="1531620"/>
            <a:ext cx="4508740" cy="1768435"/>
          </a:xfrm>
          <a:custGeom>
            <a:avLst/>
            <a:gdLst>
              <a:gd name="csX0" fmla="*/ 2551176 w 2551176"/>
              <a:gd name="csY0" fmla="*/ 1796796 h 1796796"/>
              <a:gd name="csX1" fmla="*/ 2125980 w 2551176"/>
              <a:gd name="csY1" fmla="*/ 1298448 h 1796796"/>
              <a:gd name="csX2" fmla="*/ 548640 w 2551176"/>
              <a:gd name="csY2" fmla="*/ 818388 h 1796796"/>
              <a:gd name="csX3" fmla="*/ 0 w 2551176"/>
              <a:gd name="csY3" fmla="*/ 0 h 1796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51176" h="1796796">
                <a:moveTo>
                  <a:pt x="2551176" y="1796796"/>
                </a:moveTo>
                <a:cubicBezTo>
                  <a:pt x="2505456" y="1629156"/>
                  <a:pt x="2459736" y="1461516"/>
                  <a:pt x="2125980" y="1298448"/>
                </a:cubicBezTo>
                <a:cubicBezTo>
                  <a:pt x="1792224" y="1135380"/>
                  <a:pt x="902970" y="1034796"/>
                  <a:pt x="548640" y="818388"/>
                </a:cubicBezTo>
                <a:cubicBezTo>
                  <a:pt x="194310" y="601980"/>
                  <a:pt x="97155" y="300990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7D9A57-9ECD-370E-4C3C-B9558CA0BEC5}"/>
              </a:ext>
            </a:extLst>
          </p:cNvPr>
          <p:cNvSpPr txBox="1"/>
          <p:nvPr/>
        </p:nvSpPr>
        <p:spPr>
          <a:xfrm>
            <a:off x="1088968" y="3307895"/>
            <a:ext cx="1826141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东西直行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红 </a:t>
            </a:r>
            <a:r>
              <a:rPr lang="zh-CN" altLang="en-US" sz="2800" b="1" dirty="0">
                <a:solidFill>
                  <a:schemeClr val="accent4"/>
                </a:solidFill>
              </a:rPr>
              <a:t>黄 </a:t>
            </a:r>
            <a:r>
              <a:rPr lang="zh-CN" altLang="en-US" sz="2800" b="1" dirty="0">
                <a:solidFill>
                  <a:srgbClr val="00B050"/>
                </a:solidFill>
              </a:rPr>
              <a:t>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6230D1-E768-8C7B-4CE6-084279069548}"/>
              </a:ext>
            </a:extLst>
          </p:cNvPr>
          <p:cNvSpPr txBox="1"/>
          <p:nvPr/>
        </p:nvSpPr>
        <p:spPr>
          <a:xfrm>
            <a:off x="3077788" y="3307894"/>
            <a:ext cx="1826141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东西左转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红 </a:t>
            </a:r>
            <a:r>
              <a:rPr lang="zh-CN" altLang="en-US" sz="2800" b="1" dirty="0">
                <a:solidFill>
                  <a:schemeClr val="accent4"/>
                </a:solidFill>
              </a:rPr>
              <a:t>黄 </a:t>
            </a:r>
            <a:r>
              <a:rPr lang="zh-CN" altLang="en-US" sz="2800" b="1" dirty="0">
                <a:solidFill>
                  <a:srgbClr val="00B050"/>
                </a:solidFill>
              </a:rPr>
              <a:t>绿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D17B2A9-0DDF-2E89-3938-BD240BEAB6D7}"/>
              </a:ext>
            </a:extLst>
          </p:cNvPr>
          <p:cNvCxnSpPr/>
          <p:nvPr/>
        </p:nvCxnSpPr>
        <p:spPr>
          <a:xfrm>
            <a:off x="1167757" y="5969000"/>
            <a:ext cx="3083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11A85B2-ECC0-ED51-21BF-6FE4C44B5CA8}"/>
              </a:ext>
            </a:extLst>
          </p:cNvPr>
          <p:cNvCxnSpPr/>
          <p:nvPr/>
        </p:nvCxnSpPr>
        <p:spPr>
          <a:xfrm>
            <a:off x="4373237" y="5963920"/>
            <a:ext cx="308305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10491C7-116D-F44B-38C9-47765EC1B758}"/>
              </a:ext>
            </a:extLst>
          </p:cNvPr>
          <p:cNvCxnSpPr/>
          <p:nvPr/>
        </p:nvCxnSpPr>
        <p:spPr>
          <a:xfrm>
            <a:off x="7679701" y="5969000"/>
            <a:ext cx="308305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CDFB8623-2DA2-E7CE-8D03-CE582E92865E}"/>
              </a:ext>
            </a:extLst>
          </p:cNvPr>
          <p:cNvSpPr txBox="1"/>
          <p:nvPr/>
        </p:nvSpPr>
        <p:spPr>
          <a:xfrm>
            <a:off x="2102335" y="5982008"/>
            <a:ext cx="1199523" cy="461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红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LED</a:t>
            </a:r>
            <a:endParaRPr lang="zh-CN" altLang="en-US" sz="2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328E2AE-8DBE-4C09-45F6-A819D060F851}"/>
              </a:ext>
            </a:extLst>
          </p:cNvPr>
          <p:cNvSpPr txBox="1"/>
          <p:nvPr/>
        </p:nvSpPr>
        <p:spPr>
          <a:xfrm>
            <a:off x="5209130" y="5963920"/>
            <a:ext cx="1199523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黄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LED</a:t>
            </a:r>
            <a:endParaRPr lang="zh-CN" altLang="en-US" sz="2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13D0826-71A0-A335-6B3D-83CDF88E6BBD}"/>
              </a:ext>
            </a:extLst>
          </p:cNvPr>
          <p:cNvSpPr txBox="1"/>
          <p:nvPr/>
        </p:nvSpPr>
        <p:spPr>
          <a:xfrm>
            <a:off x="8446236" y="5963920"/>
            <a:ext cx="1199523" cy="4616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绿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LED</a:t>
            </a:r>
            <a:endParaRPr lang="zh-CN" altLang="en-US" sz="2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E2C726B-2A0A-21AA-E790-5F4E62EA96F9}"/>
              </a:ext>
            </a:extLst>
          </p:cNvPr>
          <p:cNvCxnSpPr>
            <a:cxnSpLocks/>
          </p:cNvCxnSpPr>
          <p:nvPr/>
        </p:nvCxnSpPr>
        <p:spPr>
          <a:xfrm>
            <a:off x="1554480" y="4267198"/>
            <a:ext cx="0" cy="447588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672CBCF-8F86-CCB6-CC1E-826A4A84E03B}"/>
              </a:ext>
            </a:extLst>
          </p:cNvPr>
          <p:cNvCxnSpPr>
            <a:cxnSpLocks/>
          </p:cNvCxnSpPr>
          <p:nvPr/>
        </p:nvCxnSpPr>
        <p:spPr>
          <a:xfrm>
            <a:off x="1259840" y="4696883"/>
            <a:ext cx="0" cy="1029857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619563E-ADE4-7763-72AE-6F4824F0083E}"/>
              </a:ext>
            </a:extLst>
          </p:cNvPr>
          <p:cNvCxnSpPr>
            <a:cxnSpLocks/>
          </p:cNvCxnSpPr>
          <p:nvPr/>
        </p:nvCxnSpPr>
        <p:spPr>
          <a:xfrm>
            <a:off x="1259840" y="4712669"/>
            <a:ext cx="294640" cy="0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F2F5F65-6111-335A-BD18-16CBADBE657C}"/>
              </a:ext>
            </a:extLst>
          </p:cNvPr>
          <p:cNvCxnSpPr>
            <a:cxnSpLocks/>
          </p:cNvCxnSpPr>
          <p:nvPr/>
        </p:nvCxnSpPr>
        <p:spPr>
          <a:xfrm>
            <a:off x="1657773" y="4715920"/>
            <a:ext cx="0" cy="1008913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63EFD20-1B61-DCF4-D809-90B8D78F765C}"/>
              </a:ext>
            </a:extLst>
          </p:cNvPr>
          <p:cNvCxnSpPr>
            <a:cxnSpLocks/>
          </p:cNvCxnSpPr>
          <p:nvPr/>
        </p:nvCxnSpPr>
        <p:spPr>
          <a:xfrm flipH="1">
            <a:off x="2057823" y="4772848"/>
            <a:ext cx="101770" cy="953892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81DDF23-BCE6-549F-A1BB-2338FEDAC64A}"/>
              </a:ext>
            </a:extLst>
          </p:cNvPr>
          <p:cNvCxnSpPr>
            <a:cxnSpLocks/>
          </p:cNvCxnSpPr>
          <p:nvPr/>
        </p:nvCxnSpPr>
        <p:spPr>
          <a:xfrm>
            <a:off x="2470573" y="4855494"/>
            <a:ext cx="0" cy="869339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1AD22CFA-5149-AB4C-AD16-8940F21BA5F2}"/>
              </a:ext>
            </a:extLst>
          </p:cNvPr>
          <p:cNvCxnSpPr>
            <a:cxnSpLocks/>
          </p:cNvCxnSpPr>
          <p:nvPr/>
        </p:nvCxnSpPr>
        <p:spPr>
          <a:xfrm>
            <a:off x="1657773" y="4715920"/>
            <a:ext cx="1899074" cy="0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4AB1B50-FAFD-8A31-4C07-0D8657FC69CE}"/>
              </a:ext>
            </a:extLst>
          </p:cNvPr>
          <p:cNvCxnSpPr>
            <a:cxnSpLocks/>
          </p:cNvCxnSpPr>
          <p:nvPr/>
        </p:nvCxnSpPr>
        <p:spPr>
          <a:xfrm>
            <a:off x="2153540" y="4785855"/>
            <a:ext cx="4685198" cy="0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65ADC1E-11AB-9B75-438B-185C4AD85181}"/>
              </a:ext>
            </a:extLst>
          </p:cNvPr>
          <p:cNvCxnSpPr>
            <a:cxnSpLocks/>
          </p:cNvCxnSpPr>
          <p:nvPr/>
        </p:nvCxnSpPr>
        <p:spPr>
          <a:xfrm>
            <a:off x="2470573" y="4855494"/>
            <a:ext cx="6353598" cy="0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DE87485-147E-1E68-E1DC-CBD07EAC608A}"/>
              </a:ext>
            </a:extLst>
          </p:cNvPr>
          <p:cNvCxnSpPr>
            <a:cxnSpLocks/>
          </p:cNvCxnSpPr>
          <p:nvPr/>
        </p:nvCxnSpPr>
        <p:spPr>
          <a:xfrm>
            <a:off x="3990858" y="4265291"/>
            <a:ext cx="0" cy="1160142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EFBBB0D-794A-F2DA-DA3F-BB6CC80FB7A9}"/>
              </a:ext>
            </a:extLst>
          </p:cNvPr>
          <p:cNvCxnSpPr>
            <a:cxnSpLocks/>
          </p:cNvCxnSpPr>
          <p:nvPr/>
        </p:nvCxnSpPr>
        <p:spPr>
          <a:xfrm>
            <a:off x="2009020" y="4265290"/>
            <a:ext cx="0" cy="1231471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43FC2E9-C0D9-92AE-4108-3AD68AA83279}"/>
              </a:ext>
            </a:extLst>
          </p:cNvPr>
          <p:cNvCxnSpPr>
            <a:cxnSpLocks/>
          </p:cNvCxnSpPr>
          <p:nvPr/>
        </p:nvCxnSpPr>
        <p:spPr>
          <a:xfrm>
            <a:off x="7281360" y="4265291"/>
            <a:ext cx="0" cy="1181311"/>
          </a:xfrm>
          <a:prstGeom prst="line">
            <a:avLst/>
          </a:prstGeom>
          <a:noFill/>
          <a:ln w="28575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B99B737B-B8F5-55F3-7190-A14AE68110C9}"/>
              </a:ext>
            </a:extLst>
          </p:cNvPr>
          <p:cNvCxnSpPr>
            <a:cxnSpLocks/>
          </p:cNvCxnSpPr>
          <p:nvPr/>
        </p:nvCxnSpPr>
        <p:spPr>
          <a:xfrm>
            <a:off x="9268044" y="4265290"/>
            <a:ext cx="0" cy="1249046"/>
          </a:xfrm>
          <a:prstGeom prst="line">
            <a:avLst/>
          </a:prstGeom>
          <a:noFill/>
          <a:ln w="28575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4C372748-B7D0-4ECE-1F33-E23E4218182D}"/>
              </a:ext>
            </a:extLst>
          </p:cNvPr>
          <p:cNvCxnSpPr>
            <a:cxnSpLocks/>
          </p:cNvCxnSpPr>
          <p:nvPr/>
        </p:nvCxnSpPr>
        <p:spPr>
          <a:xfrm>
            <a:off x="3990858" y="5425433"/>
            <a:ext cx="913071" cy="0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C99136B5-A8CC-927C-E17A-78256D316E4A}"/>
              </a:ext>
            </a:extLst>
          </p:cNvPr>
          <p:cNvCxnSpPr>
            <a:cxnSpLocks/>
          </p:cNvCxnSpPr>
          <p:nvPr/>
        </p:nvCxnSpPr>
        <p:spPr>
          <a:xfrm>
            <a:off x="4903929" y="5410200"/>
            <a:ext cx="0" cy="314633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6AD0A90-8173-B5C5-9308-B438BB212B6E}"/>
              </a:ext>
            </a:extLst>
          </p:cNvPr>
          <p:cNvCxnSpPr>
            <a:cxnSpLocks/>
          </p:cNvCxnSpPr>
          <p:nvPr/>
        </p:nvCxnSpPr>
        <p:spPr>
          <a:xfrm>
            <a:off x="4497529" y="5496761"/>
            <a:ext cx="0" cy="228072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1542685F-8342-570F-3148-653DA58C0A64}"/>
              </a:ext>
            </a:extLst>
          </p:cNvPr>
          <p:cNvCxnSpPr>
            <a:cxnSpLocks/>
          </p:cNvCxnSpPr>
          <p:nvPr/>
        </p:nvCxnSpPr>
        <p:spPr>
          <a:xfrm>
            <a:off x="1998796" y="5496761"/>
            <a:ext cx="2511821" cy="0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ABCEEAAA-4699-F9C4-ED5E-2A5C8347E524}"/>
              </a:ext>
            </a:extLst>
          </p:cNvPr>
          <p:cNvCxnSpPr>
            <a:cxnSpLocks/>
          </p:cNvCxnSpPr>
          <p:nvPr/>
        </p:nvCxnSpPr>
        <p:spPr>
          <a:xfrm>
            <a:off x="5308212" y="5446602"/>
            <a:ext cx="0" cy="278231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B5F2B2BA-FD77-1E79-B248-78511B9CB61E}"/>
              </a:ext>
            </a:extLst>
          </p:cNvPr>
          <p:cNvCxnSpPr>
            <a:cxnSpLocks/>
          </p:cNvCxnSpPr>
          <p:nvPr/>
        </p:nvCxnSpPr>
        <p:spPr>
          <a:xfrm>
            <a:off x="5718846" y="5516452"/>
            <a:ext cx="0" cy="210288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8B56F4EE-7C10-B3CD-F50E-44FC49E55923}"/>
              </a:ext>
            </a:extLst>
          </p:cNvPr>
          <p:cNvCxnSpPr>
            <a:cxnSpLocks/>
          </p:cNvCxnSpPr>
          <p:nvPr/>
        </p:nvCxnSpPr>
        <p:spPr>
          <a:xfrm>
            <a:off x="5308212" y="5446602"/>
            <a:ext cx="1973148" cy="0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D23E4F9E-9E2F-AB0C-37BA-544D9654E846}"/>
              </a:ext>
            </a:extLst>
          </p:cNvPr>
          <p:cNvCxnSpPr>
            <a:cxnSpLocks/>
          </p:cNvCxnSpPr>
          <p:nvPr/>
        </p:nvCxnSpPr>
        <p:spPr>
          <a:xfrm>
            <a:off x="5718846" y="5514336"/>
            <a:ext cx="3549198" cy="0"/>
          </a:xfrm>
          <a:prstGeom prst="line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58A2F529-BB05-295D-2DEA-57343814F115}"/>
              </a:ext>
            </a:extLst>
          </p:cNvPr>
          <p:cNvCxnSpPr>
            <a:cxnSpLocks/>
          </p:cNvCxnSpPr>
          <p:nvPr/>
        </p:nvCxnSpPr>
        <p:spPr>
          <a:xfrm>
            <a:off x="2514600" y="4262925"/>
            <a:ext cx="113136" cy="105877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70E514CA-A98E-D801-C748-04AF7148F609}"/>
              </a:ext>
            </a:extLst>
          </p:cNvPr>
          <p:cNvCxnSpPr>
            <a:cxnSpLocks/>
          </p:cNvCxnSpPr>
          <p:nvPr/>
        </p:nvCxnSpPr>
        <p:spPr>
          <a:xfrm>
            <a:off x="9723312" y="4276292"/>
            <a:ext cx="0" cy="781483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65FD512-67CC-D069-7100-C77035CE5E5E}"/>
              </a:ext>
            </a:extLst>
          </p:cNvPr>
          <p:cNvCxnSpPr>
            <a:cxnSpLocks/>
          </p:cNvCxnSpPr>
          <p:nvPr/>
        </p:nvCxnSpPr>
        <p:spPr>
          <a:xfrm>
            <a:off x="7749583" y="5313981"/>
            <a:ext cx="0" cy="426369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EB499BD-6608-2434-FEF6-1F539901B28B}"/>
              </a:ext>
            </a:extLst>
          </p:cNvPr>
          <p:cNvCxnSpPr>
            <a:cxnSpLocks/>
          </p:cNvCxnSpPr>
          <p:nvPr/>
        </p:nvCxnSpPr>
        <p:spPr>
          <a:xfrm>
            <a:off x="2607310" y="5314256"/>
            <a:ext cx="5142273" cy="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9870245C-8F48-ABCD-2320-6C35CF603F57}"/>
              </a:ext>
            </a:extLst>
          </p:cNvPr>
          <p:cNvCxnSpPr>
            <a:cxnSpLocks/>
          </p:cNvCxnSpPr>
          <p:nvPr/>
        </p:nvCxnSpPr>
        <p:spPr>
          <a:xfrm>
            <a:off x="8161804" y="5230542"/>
            <a:ext cx="0" cy="509808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72EB7758-736E-8B0F-1067-90CEC8825FF1}"/>
              </a:ext>
            </a:extLst>
          </p:cNvPr>
          <p:cNvCxnSpPr>
            <a:cxnSpLocks/>
          </p:cNvCxnSpPr>
          <p:nvPr/>
        </p:nvCxnSpPr>
        <p:spPr>
          <a:xfrm>
            <a:off x="8571379" y="5143064"/>
            <a:ext cx="0" cy="597285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7F2EEF54-85F2-F43E-E52F-9971596C8024}"/>
              </a:ext>
            </a:extLst>
          </p:cNvPr>
          <p:cNvCxnSpPr>
            <a:cxnSpLocks/>
          </p:cNvCxnSpPr>
          <p:nvPr/>
        </p:nvCxnSpPr>
        <p:spPr>
          <a:xfrm>
            <a:off x="8979367" y="5057775"/>
            <a:ext cx="0" cy="682575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5D64F36E-CDAD-D55F-E956-E17893603E37}"/>
              </a:ext>
            </a:extLst>
          </p:cNvPr>
          <p:cNvCxnSpPr>
            <a:cxnSpLocks/>
          </p:cNvCxnSpPr>
          <p:nvPr/>
        </p:nvCxnSpPr>
        <p:spPr>
          <a:xfrm>
            <a:off x="4618567" y="5230542"/>
            <a:ext cx="3543237" cy="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7FAA6787-1568-5105-ACAA-E54F3A51E35C}"/>
              </a:ext>
            </a:extLst>
          </p:cNvPr>
          <p:cNvCxnSpPr>
            <a:cxnSpLocks/>
          </p:cNvCxnSpPr>
          <p:nvPr/>
        </p:nvCxnSpPr>
        <p:spPr>
          <a:xfrm>
            <a:off x="4492678" y="4276292"/>
            <a:ext cx="129875" cy="95425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515AA9E0-B5DA-1180-D759-766FEAB55766}"/>
              </a:ext>
            </a:extLst>
          </p:cNvPr>
          <p:cNvCxnSpPr>
            <a:cxnSpLocks/>
          </p:cNvCxnSpPr>
          <p:nvPr/>
        </p:nvCxnSpPr>
        <p:spPr>
          <a:xfrm>
            <a:off x="7877174" y="5143064"/>
            <a:ext cx="694205" cy="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A6F6C944-678A-D9A4-5A15-611E36A668D7}"/>
              </a:ext>
            </a:extLst>
          </p:cNvPr>
          <p:cNvCxnSpPr>
            <a:cxnSpLocks/>
          </p:cNvCxnSpPr>
          <p:nvPr/>
        </p:nvCxnSpPr>
        <p:spPr>
          <a:xfrm>
            <a:off x="7763034" y="4262925"/>
            <a:ext cx="114140" cy="880139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2546151C-E094-3CDD-55BF-211B4F719D35}"/>
              </a:ext>
            </a:extLst>
          </p:cNvPr>
          <p:cNvCxnSpPr>
            <a:cxnSpLocks/>
          </p:cNvCxnSpPr>
          <p:nvPr/>
        </p:nvCxnSpPr>
        <p:spPr>
          <a:xfrm>
            <a:off x="8979367" y="5057775"/>
            <a:ext cx="743945" cy="0"/>
          </a:xfrm>
          <a:prstGeom prst="line">
            <a:avLst/>
          </a:prstGeom>
          <a:noFill/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5A992F2-3CD3-795B-C0F9-E17434068B5D}"/>
              </a:ext>
            </a:extLst>
          </p:cNvPr>
          <p:cNvCxnSpPr>
            <a:cxnSpLocks/>
          </p:cNvCxnSpPr>
          <p:nvPr/>
        </p:nvCxnSpPr>
        <p:spPr>
          <a:xfrm>
            <a:off x="3556847" y="4265291"/>
            <a:ext cx="0" cy="450629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10BFA89-70D6-5462-13E8-9DF1A83FBE44}"/>
              </a:ext>
            </a:extLst>
          </p:cNvPr>
          <p:cNvCxnSpPr>
            <a:cxnSpLocks/>
          </p:cNvCxnSpPr>
          <p:nvPr/>
        </p:nvCxnSpPr>
        <p:spPr>
          <a:xfrm>
            <a:off x="6838738" y="4265291"/>
            <a:ext cx="0" cy="520564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8F871D0-CBC1-49F9-A05D-8EDF4634A33E}"/>
              </a:ext>
            </a:extLst>
          </p:cNvPr>
          <p:cNvCxnSpPr>
            <a:cxnSpLocks/>
          </p:cNvCxnSpPr>
          <p:nvPr/>
        </p:nvCxnSpPr>
        <p:spPr>
          <a:xfrm>
            <a:off x="8824171" y="4265291"/>
            <a:ext cx="0" cy="590203"/>
          </a:xfrm>
          <a:prstGeom prst="lin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8C8F732-B4C8-A6FA-48E2-F1DCA6A4C8F0}"/>
              </a:ext>
            </a:extLst>
          </p:cNvPr>
          <p:cNvSpPr txBox="1"/>
          <p:nvPr/>
        </p:nvSpPr>
        <p:spPr>
          <a:xfrm>
            <a:off x="5093797" y="3852201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FF00"/>
                </a:solidFill>
              </a:rPr>
              <a:t>reset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41663A9-4C98-9C84-B66E-259EF2C95172}"/>
              </a:ext>
            </a:extLst>
          </p:cNvPr>
          <p:cNvSpPr/>
          <p:nvPr/>
        </p:nvSpPr>
        <p:spPr>
          <a:xfrm>
            <a:off x="5120640" y="3970592"/>
            <a:ext cx="1013068" cy="77371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656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新国标红绿灯信号灯怎么看 新版红绿灯信号灯图解口诀-闽南网">
            <a:extLst>
              <a:ext uri="{FF2B5EF4-FFF2-40B4-BE49-F238E27FC236}">
                <a16:creationId xmlns:a16="http://schemas.microsoft.com/office/drawing/2014/main" id="{E31DD645-253B-3615-5F7D-110DC260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224" y="1480306"/>
            <a:ext cx="3600450" cy="34385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05F896-30E5-885E-943A-CE6D13C70C3C}"/>
              </a:ext>
            </a:extLst>
          </p:cNvPr>
          <p:cNvSpPr/>
          <p:nvPr/>
        </p:nvSpPr>
        <p:spPr>
          <a:xfrm>
            <a:off x="3380096" y="623248"/>
            <a:ext cx="1756011" cy="4813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52F9D7-0248-416E-2778-D6FA3C0E4E58}"/>
              </a:ext>
            </a:extLst>
          </p:cNvPr>
          <p:cNvSpPr/>
          <p:nvPr/>
        </p:nvSpPr>
        <p:spPr>
          <a:xfrm rot="5400000">
            <a:off x="3380095" y="636896"/>
            <a:ext cx="1756011" cy="4813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0603EB-8A44-0D1E-60F8-ACCBA703403D}"/>
              </a:ext>
            </a:extLst>
          </p:cNvPr>
          <p:cNvSpPr txBox="1"/>
          <p:nvPr/>
        </p:nvSpPr>
        <p:spPr>
          <a:xfrm>
            <a:off x="1432594" y="279897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F7D14-0188-3FA9-E6AC-14749FF4D435}"/>
              </a:ext>
            </a:extLst>
          </p:cNvPr>
          <p:cNvSpPr txBox="1"/>
          <p:nvPr/>
        </p:nvSpPr>
        <p:spPr>
          <a:xfrm>
            <a:off x="6563452" y="281261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51121F-9ECD-28FB-8B9F-290EF382F649}"/>
              </a:ext>
            </a:extLst>
          </p:cNvPr>
          <p:cNvSpPr txBox="1"/>
          <p:nvPr/>
        </p:nvSpPr>
        <p:spPr>
          <a:xfrm>
            <a:off x="4049792" y="24067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3E9E5F-117D-B24D-C95F-A3C70827BBF7}"/>
              </a:ext>
            </a:extLst>
          </p:cNvPr>
          <p:cNvSpPr txBox="1"/>
          <p:nvPr/>
        </p:nvSpPr>
        <p:spPr>
          <a:xfrm>
            <a:off x="3960582" y="535726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南</a:t>
            </a: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4652813A-A382-F5E3-6311-0ED1209F8901}"/>
              </a:ext>
            </a:extLst>
          </p:cNvPr>
          <p:cNvGrpSpPr/>
          <p:nvPr/>
        </p:nvGrpSpPr>
        <p:grpSpPr>
          <a:xfrm>
            <a:off x="3440879" y="3921457"/>
            <a:ext cx="1695228" cy="1514901"/>
            <a:chOff x="3440879" y="3921457"/>
            <a:chExt cx="1695228" cy="1514901"/>
          </a:xfrm>
        </p:grpSpPr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78BACE47-2492-D658-FD01-29DDE962A9CB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84" y="4343667"/>
              <a:ext cx="0" cy="16306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6F54A18F-FD51-596A-0C20-4A60A5214A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6527" y="4265436"/>
              <a:ext cx="95348" cy="78230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6168D734-6E42-B5C8-F804-789A64327A06}"/>
                </a:ext>
              </a:extLst>
            </p:cNvPr>
            <p:cNvCxnSpPr>
              <a:cxnSpLocks/>
            </p:cNvCxnSpPr>
            <p:nvPr/>
          </p:nvCxnSpPr>
          <p:spPr>
            <a:xfrm>
              <a:off x="468558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529097AD-A128-09A3-627C-BF07110C69FF}"/>
                </a:ext>
              </a:extLst>
            </p:cNvPr>
            <p:cNvCxnSpPr>
              <a:cxnSpLocks/>
            </p:cNvCxnSpPr>
            <p:nvPr/>
          </p:nvCxnSpPr>
          <p:spPr>
            <a:xfrm>
              <a:off x="493746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82D7B9F5-6C1D-A32C-C010-87DAE519A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7464" y="4313906"/>
              <a:ext cx="128536" cy="8287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FF259A65-B52A-036C-FE8B-BF9ECAB7F428}"/>
                </a:ext>
              </a:extLst>
            </p:cNvPr>
            <p:cNvCxnSpPr>
              <a:cxnSpLocks/>
            </p:cNvCxnSpPr>
            <p:nvPr/>
          </p:nvCxnSpPr>
          <p:spPr>
            <a:xfrm>
              <a:off x="4239311" y="4178524"/>
              <a:ext cx="0" cy="125435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310043D0-1E4D-328C-D08D-1212FB22E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4297" y="4185289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91B15FF4-D319-029B-CAE5-BC29EEC5BC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004" y="4185290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79137F49-6281-78D8-3AFE-904F9AB29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006" y="4186736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C18A836F-74DD-282F-52A4-9D4F41402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0713" y="4186737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A85E02CC-F72E-8EC2-8C51-13BA4FB2A440}"/>
                </a:ext>
              </a:extLst>
            </p:cNvPr>
            <p:cNvCxnSpPr>
              <a:cxnSpLocks/>
            </p:cNvCxnSpPr>
            <p:nvPr/>
          </p:nvCxnSpPr>
          <p:spPr>
            <a:xfrm>
              <a:off x="3440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0201814-1930-5773-F16E-5A4D3FFF3F20}"/>
                </a:ext>
              </a:extLst>
            </p:cNvPr>
            <p:cNvCxnSpPr>
              <a:cxnSpLocks/>
            </p:cNvCxnSpPr>
            <p:nvPr/>
          </p:nvCxnSpPr>
          <p:spPr>
            <a:xfrm>
              <a:off x="3506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B3C3DBB1-2407-605B-D2BA-DEFC04A48A13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B9E92120-070B-8267-5AA0-8C704E31C2D9}"/>
                </a:ext>
              </a:extLst>
            </p:cNvPr>
            <p:cNvCxnSpPr>
              <a:cxnSpLocks/>
            </p:cNvCxnSpPr>
            <p:nvPr/>
          </p:nvCxnSpPr>
          <p:spPr>
            <a:xfrm>
              <a:off x="3633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88589B03-B3EE-AEC4-1FEE-13B683F6435A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A78864C7-7FDD-036A-9E0E-55EEADC98619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ACD33F9E-7C98-3186-68D0-4AE64A534725}"/>
                </a:ext>
              </a:extLst>
            </p:cNvPr>
            <p:cNvCxnSpPr>
              <a:cxnSpLocks/>
            </p:cNvCxnSpPr>
            <p:nvPr/>
          </p:nvCxnSpPr>
          <p:spPr>
            <a:xfrm>
              <a:off x="3826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B4D286CE-3CFD-18C1-1786-F403A74FF39B}"/>
                </a:ext>
              </a:extLst>
            </p:cNvPr>
            <p:cNvCxnSpPr>
              <a:cxnSpLocks/>
            </p:cNvCxnSpPr>
            <p:nvPr/>
          </p:nvCxnSpPr>
          <p:spPr>
            <a:xfrm>
              <a:off x="3892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CA8D66C8-2F45-6323-90BF-45097BB2BD5A}"/>
                </a:ext>
              </a:extLst>
            </p:cNvPr>
            <p:cNvCxnSpPr>
              <a:cxnSpLocks/>
            </p:cNvCxnSpPr>
            <p:nvPr/>
          </p:nvCxnSpPr>
          <p:spPr>
            <a:xfrm>
              <a:off x="3959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FBA8F64-D203-CC89-084A-F97E5EA5612D}"/>
                </a:ext>
              </a:extLst>
            </p:cNvPr>
            <p:cNvCxnSpPr>
              <a:cxnSpLocks/>
            </p:cNvCxnSpPr>
            <p:nvPr/>
          </p:nvCxnSpPr>
          <p:spPr>
            <a:xfrm>
              <a:off x="4025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DE5273A6-8A0E-6DE6-6270-04E6CD7FA7C3}"/>
                </a:ext>
              </a:extLst>
            </p:cNvPr>
            <p:cNvCxnSpPr>
              <a:cxnSpLocks/>
            </p:cNvCxnSpPr>
            <p:nvPr/>
          </p:nvCxnSpPr>
          <p:spPr>
            <a:xfrm>
              <a:off x="4086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5317DB2A-925D-3497-0C54-3FDDDEDA1994}"/>
                </a:ext>
              </a:extLst>
            </p:cNvPr>
            <p:cNvCxnSpPr>
              <a:cxnSpLocks/>
            </p:cNvCxnSpPr>
            <p:nvPr/>
          </p:nvCxnSpPr>
          <p:spPr>
            <a:xfrm>
              <a:off x="4152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C3D311B0-ED4A-2E2F-3FD0-8BE15C42B899}"/>
                </a:ext>
              </a:extLst>
            </p:cNvPr>
            <p:cNvCxnSpPr>
              <a:cxnSpLocks/>
            </p:cNvCxnSpPr>
            <p:nvPr/>
          </p:nvCxnSpPr>
          <p:spPr>
            <a:xfrm>
              <a:off x="4218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5B94CD22-0B99-89F6-C162-DA5517B23DBB}"/>
                </a:ext>
              </a:extLst>
            </p:cNvPr>
            <p:cNvCxnSpPr>
              <a:cxnSpLocks/>
            </p:cNvCxnSpPr>
            <p:nvPr/>
          </p:nvCxnSpPr>
          <p:spPr>
            <a:xfrm>
              <a:off x="4284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9FE795B8-6951-FD9D-49D8-F622DD8C738C}"/>
                </a:ext>
              </a:extLst>
            </p:cNvPr>
            <p:cNvCxnSpPr>
              <a:cxnSpLocks/>
            </p:cNvCxnSpPr>
            <p:nvPr/>
          </p:nvCxnSpPr>
          <p:spPr>
            <a:xfrm>
              <a:off x="4345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2755D42D-7155-F8DC-47A6-C7499A611602}"/>
                </a:ext>
              </a:extLst>
            </p:cNvPr>
            <p:cNvCxnSpPr>
              <a:cxnSpLocks/>
            </p:cNvCxnSpPr>
            <p:nvPr/>
          </p:nvCxnSpPr>
          <p:spPr>
            <a:xfrm>
              <a:off x="4411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1476EF21-4F59-CD9C-8B59-C960868D0937}"/>
                </a:ext>
              </a:extLst>
            </p:cNvPr>
            <p:cNvCxnSpPr>
              <a:cxnSpLocks/>
            </p:cNvCxnSpPr>
            <p:nvPr/>
          </p:nvCxnSpPr>
          <p:spPr>
            <a:xfrm>
              <a:off x="4481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CFAC7BC6-8975-8BF0-4750-2B66DC48BCCA}"/>
                </a:ext>
              </a:extLst>
            </p:cNvPr>
            <p:cNvCxnSpPr>
              <a:cxnSpLocks/>
            </p:cNvCxnSpPr>
            <p:nvPr/>
          </p:nvCxnSpPr>
          <p:spPr>
            <a:xfrm>
              <a:off x="4547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112A54F0-8463-FCAD-A0B7-BCE6001CE8F0}"/>
                </a:ext>
              </a:extLst>
            </p:cNvPr>
            <p:cNvCxnSpPr>
              <a:cxnSpLocks/>
            </p:cNvCxnSpPr>
            <p:nvPr/>
          </p:nvCxnSpPr>
          <p:spPr>
            <a:xfrm>
              <a:off x="4608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F9A2A60D-DCA7-F7BE-58BB-136BFDF49206}"/>
                </a:ext>
              </a:extLst>
            </p:cNvPr>
            <p:cNvCxnSpPr>
              <a:cxnSpLocks/>
            </p:cNvCxnSpPr>
            <p:nvPr/>
          </p:nvCxnSpPr>
          <p:spPr>
            <a:xfrm>
              <a:off x="4674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DF092CB0-2F0B-891B-E3E2-4C45EC571F72}"/>
                </a:ext>
              </a:extLst>
            </p:cNvPr>
            <p:cNvCxnSpPr>
              <a:cxnSpLocks/>
            </p:cNvCxnSpPr>
            <p:nvPr/>
          </p:nvCxnSpPr>
          <p:spPr>
            <a:xfrm>
              <a:off x="4740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F2138274-76D1-0384-99F8-EE6DF32C77CB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F0DFBB8B-C556-8E4A-B15C-B198EF5BC30D}"/>
                </a:ext>
              </a:extLst>
            </p:cNvPr>
            <p:cNvCxnSpPr>
              <a:cxnSpLocks/>
            </p:cNvCxnSpPr>
            <p:nvPr/>
          </p:nvCxnSpPr>
          <p:spPr>
            <a:xfrm>
              <a:off x="4867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81EE27E6-5995-788F-D863-64EBF01A72B0}"/>
                </a:ext>
              </a:extLst>
            </p:cNvPr>
            <p:cNvCxnSpPr>
              <a:cxnSpLocks/>
            </p:cNvCxnSpPr>
            <p:nvPr/>
          </p:nvCxnSpPr>
          <p:spPr>
            <a:xfrm>
              <a:off x="4933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28ED6B2A-7B45-64F7-FFC7-E56A3976AF31}"/>
                </a:ext>
              </a:extLst>
            </p:cNvPr>
            <p:cNvCxnSpPr>
              <a:cxnSpLocks/>
            </p:cNvCxnSpPr>
            <p:nvPr/>
          </p:nvCxnSpPr>
          <p:spPr>
            <a:xfrm>
              <a:off x="500083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9424CB1E-C99D-8E04-7BCE-18EE0634BF7A}"/>
                </a:ext>
              </a:extLst>
            </p:cNvPr>
            <p:cNvCxnSpPr>
              <a:cxnSpLocks/>
            </p:cNvCxnSpPr>
            <p:nvPr/>
          </p:nvCxnSpPr>
          <p:spPr>
            <a:xfrm>
              <a:off x="506645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EDAD09C7-F1BD-B70D-EF0B-9620338D68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8282" y="4178524"/>
              <a:ext cx="907825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72BC7082-76A0-6630-2C33-6914E45E0390}"/>
              </a:ext>
            </a:extLst>
          </p:cNvPr>
          <p:cNvGrpSpPr/>
          <p:nvPr/>
        </p:nvGrpSpPr>
        <p:grpSpPr>
          <a:xfrm rot="16200000">
            <a:off x="5059592" y="2255608"/>
            <a:ext cx="1695228" cy="1514901"/>
            <a:chOff x="3440879" y="3921457"/>
            <a:chExt cx="1695228" cy="1514901"/>
          </a:xfrm>
        </p:grpSpPr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9880216B-788D-C385-D50D-1730131E87AE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84" y="4343667"/>
              <a:ext cx="0" cy="16306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AA1C0049-5057-86E7-B52E-82A789032E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6527" y="4265436"/>
              <a:ext cx="95348" cy="78230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79F1DF44-6982-2442-27DF-1DC42BFEBF7B}"/>
                </a:ext>
              </a:extLst>
            </p:cNvPr>
            <p:cNvCxnSpPr>
              <a:cxnSpLocks/>
            </p:cNvCxnSpPr>
            <p:nvPr/>
          </p:nvCxnSpPr>
          <p:spPr>
            <a:xfrm>
              <a:off x="468558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E87EE157-132D-918D-603C-40556D5EF285}"/>
                </a:ext>
              </a:extLst>
            </p:cNvPr>
            <p:cNvCxnSpPr>
              <a:cxnSpLocks/>
            </p:cNvCxnSpPr>
            <p:nvPr/>
          </p:nvCxnSpPr>
          <p:spPr>
            <a:xfrm>
              <a:off x="493746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967C785C-9886-C53A-2212-D26B39D945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7464" y="4313906"/>
              <a:ext cx="128536" cy="8287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3960E6FA-600C-F13D-F6B0-4CF4D083E474}"/>
                </a:ext>
              </a:extLst>
            </p:cNvPr>
            <p:cNvCxnSpPr>
              <a:cxnSpLocks/>
            </p:cNvCxnSpPr>
            <p:nvPr/>
          </p:nvCxnSpPr>
          <p:spPr>
            <a:xfrm>
              <a:off x="4239311" y="4178524"/>
              <a:ext cx="0" cy="125435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6A4EF07F-28FC-A331-A0EA-B3B0C4DB0F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4297" y="4185289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1D385BC8-7421-EF96-B6DE-16967E36E7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004" y="4185290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9C0EEFA0-B0E9-7B3E-24AD-3CF09991A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006" y="4186736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3EDCB5DD-1A69-BE7D-4E91-125AF7180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0713" y="4186737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E8E7EB4D-232A-0C50-6604-3B61E148EC27}"/>
                </a:ext>
              </a:extLst>
            </p:cNvPr>
            <p:cNvCxnSpPr>
              <a:cxnSpLocks/>
            </p:cNvCxnSpPr>
            <p:nvPr/>
          </p:nvCxnSpPr>
          <p:spPr>
            <a:xfrm>
              <a:off x="3440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74379DA6-B6B0-3E89-3D0C-F66A5331C184}"/>
                </a:ext>
              </a:extLst>
            </p:cNvPr>
            <p:cNvCxnSpPr>
              <a:cxnSpLocks/>
            </p:cNvCxnSpPr>
            <p:nvPr/>
          </p:nvCxnSpPr>
          <p:spPr>
            <a:xfrm>
              <a:off x="3506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BCE5AB80-05AA-C3B6-A2E8-A64F2744E1F4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F846666B-152E-121D-8639-C711E3B6775D}"/>
                </a:ext>
              </a:extLst>
            </p:cNvPr>
            <p:cNvCxnSpPr>
              <a:cxnSpLocks/>
            </p:cNvCxnSpPr>
            <p:nvPr/>
          </p:nvCxnSpPr>
          <p:spPr>
            <a:xfrm>
              <a:off x="3633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4613E23E-2EA1-3F31-740F-D67176C11009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DF5A5899-1391-5790-EB0B-560F8E0E72E3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577DDEEA-A675-FA61-C348-BC9D28CB36C6}"/>
                </a:ext>
              </a:extLst>
            </p:cNvPr>
            <p:cNvCxnSpPr>
              <a:cxnSpLocks/>
            </p:cNvCxnSpPr>
            <p:nvPr/>
          </p:nvCxnSpPr>
          <p:spPr>
            <a:xfrm>
              <a:off x="3826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0257D22E-FC1D-1D64-01E5-E59051827B10}"/>
                </a:ext>
              </a:extLst>
            </p:cNvPr>
            <p:cNvCxnSpPr>
              <a:cxnSpLocks/>
            </p:cNvCxnSpPr>
            <p:nvPr/>
          </p:nvCxnSpPr>
          <p:spPr>
            <a:xfrm>
              <a:off x="3892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560AE45A-E5CA-E916-A2D9-6BED77B54306}"/>
                </a:ext>
              </a:extLst>
            </p:cNvPr>
            <p:cNvCxnSpPr>
              <a:cxnSpLocks/>
            </p:cNvCxnSpPr>
            <p:nvPr/>
          </p:nvCxnSpPr>
          <p:spPr>
            <a:xfrm>
              <a:off x="3959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D0E3F4C9-EC33-07EA-0892-5ABB725356CE}"/>
                </a:ext>
              </a:extLst>
            </p:cNvPr>
            <p:cNvCxnSpPr>
              <a:cxnSpLocks/>
            </p:cNvCxnSpPr>
            <p:nvPr/>
          </p:nvCxnSpPr>
          <p:spPr>
            <a:xfrm>
              <a:off x="4025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ABF7581-AFB9-3673-8796-0D489530B1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DFFB8377-B5B1-2A9B-C93A-FE988D704CB5}"/>
                </a:ext>
              </a:extLst>
            </p:cNvPr>
            <p:cNvCxnSpPr>
              <a:cxnSpLocks/>
            </p:cNvCxnSpPr>
            <p:nvPr/>
          </p:nvCxnSpPr>
          <p:spPr>
            <a:xfrm>
              <a:off x="4152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28A92358-C71B-5840-DDA0-6C67EA597F4E}"/>
                </a:ext>
              </a:extLst>
            </p:cNvPr>
            <p:cNvCxnSpPr>
              <a:cxnSpLocks/>
            </p:cNvCxnSpPr>
            <p:nvPr/>
          </p:nvCxnSpPr>
          <p:spPr>
            <a:xfrm>
              <a:off x="4218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8C17711F-3411-AFC6-8873-C79ECA5F535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6FF6C107-A086-02FD-44ED-299775655815}"/>
                </a:ext>
              </a:extLst>
            </p:cNvPr>
            <p:cNvCxnSpPr>
              <a:cxnSpLocks/>
            </p:cNvCxnSpPr>
            <p:nvPr/>
          </p:nvCxnSpPr>
          <p:spPr>
            <a:xfrm>
              <a:off x="4345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6A151C86-DB86-964C-4D9F-5545D39E907B}"/>
                </a:ext>
              </a:extLst>
            </p:cNvPr>
            <p:cNvCxnSpPr>
              <a:cxnSpLocks/>
            </p:cNvCxnSpPr>
            <p:nvPr/>
          </p:nvCxnSpPr>
          <p:spPr>
            <a:xfrm>
              <a:off x="4411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28B7C17A-B700-8911-CAE9-F9D6C4C17B1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9CB32A1F-38D2-0BA5-182F-DF59C3BA2862}"/>
                </a:ext>
              </a:extLst>
            </p:cNvPr>
            <p:cNvCxnSpPr>
              <a:cxnSpLocks/>
            </p:cNvCxnSpPr>
            <p:nvPr/>
          </p:nvCxnSpPr>
          <p:spPr>
            <a:xfrm>
              <a:off x="4547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D829D04F-1F29-CD16-CF6E-E0D08045DA0A}"/>
                </a:ext>
              </a:extLst>
            </p:cNvPr>
            <p:cNvCxnSpPr>
              <a:cxnSpLocks/>
            </p:cNvCxnSpPr>
            <p:nvPr/>
          </p:nvCxnSpPr>
          <p:spPr>
            <a:xfrm>
              <a:off x="4608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866EB89C-FBAF-1E56-302C-3F58EDB88481}"/>
                </a:ext>
              </a:extLst>
            </p:cNvPr>
            <p:cNvCxnSpPr>
              <a:cxnSpLocks/>
            </p:cNvCxnSpPr>
            <p:nvPr/>
          </p:nvCxnSpPr>
          <p:spPr>
            <a:xfrm>
              <a:off x="4674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0D7C4133-7542-47E1-E43D-BF3070CEE741}"/>
                </a:ext>
              </a:extLst>
            </p:cNvPr>
            <p:cNvCxnSpPr>
              <a:cxnSpLocks/>
            </p:cNvCxnSpPr>
            <p:nvPr/>
          </p:nvCxnSpPr>
          <p:spPr>
            <a:xfrm>
              <a:off x="4740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0D18E049-3427-31BF-3EE6-FBDD071C6C60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A1B54353-F1E8-8998-DFC4-7BEE76037E42}"/>
                </a:ext>
              </a:extLst>
            </p:cNvPr>
            <p:cNvCxnSpPr>
              <a:cxnSpLocks/>
            </p:cNvCxnSpPr>
            <p:nvPr/>
          </p:nvCxnSpPr>
          <p:spPr>
            <a:xfrm>
              <a:off x="4867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57532ABA-F8F6-0F49-16BB-E58E873821B1}"/>
                </a:ext>
              </a:extLst>
            </p:cNvPr>
            <p:cNvCxnSpPr>
              <a:cxnSpLocks/>
            </p:cNvCxnSpPr>
            <p:nvPr/>
          </p:nvCxnSpPr>
          <p:spPr>
            <a:xfrm>
              <a:off x="4933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1255F01E-0F46-1661-0E42-E9BB367705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083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2A518C4D-30A9-D115-E96A-78732972C6DA}"/>
                </a:ext>
              </a:extLst>
            </p:cNvPr>
            <p:cNvCxnSpPr>
              <a:cxnSpLocks/>
            </p:cNvCxnSpPr>
            <p:nvPr/>
          </p:nvCxnSpPr>
          <p:spPr>
            <a:xfrm>
              <a:off x="506645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DA85CF54-CF1C-85F1-CE79-7FEEA14B2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8282" y="4178524"/>
              <a:ext cx="907825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74469027-F498-3B5A-CAC1-9F720E932F83}"/>
              </a:ext>
            </a:extLst>
          </p:cNvPr>
          <p:cNvGrpSpPr/>
          <p:nvPr/>
        </p:nvGrpSpPr>
        <p:grpSpPr>
          <a:xfrm rot="5400000">
            <a:off x="1761381" y="2316392"/>
            <a:ext cx="1695228" cy="1514901"/>
            <a:chOff x="3440879" y="3921457"/>
            <a:chExt cx="1695228" cy="1514901"/>
          </a:xfrm>
        </p:grpSpPr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9E99DE55-A801-3C84-E91A-B2E9EF2F4707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84" y="4343667"/>
              <a:ext cx="0" cy="16306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E4CAB602-9718-F2D3-D061-54B6CBE4C7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6527" y="4265436"/>
              <a:ext cx="95348" cy="78230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60B8C0D5-0D6A-35C3-0CA9-76E4D0ADC20F}"/>
                </a:ext>
              </a:extLst>
            </p:cNvPr>
            <p:cNvCxnSpPr>
              <a:cxnSpLocks/>
            </p:cNvCxnSpPr>
            <p:nvPr/>
          </p:nvCxnSpPr>
          <p:spPr>
            <a:xfrm>
              <a:off x="468558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EC091C97-9B4A-7FFF-6DFA-9F640C2283C6}"/>
                </a:ext>
              </a:extLst>
            </p:cNvPr>
            <p:cNvCxnSpPr>
              <a:cxnSpLocks/>
            </p:cNvCxnSpPr>
            <p:nvPr/>
          </p:nvCxnSpPr>
          <p:spPr>
            <a:xfrm>
              <a:off x="493746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24F241E6-FA92-9D90-38DA-669098FD3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7464" y="4313906"/>
              <a:ext cx="128536" cy="8287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3BCD8F3E-D5F6-CBEB-12FF-5E7C3CE8074B}"/>
                </a:ext>
              </a:extLst>
            </p:cNvPr>
            <p:cNvCxnSpPr>
              <a:cxnSpLocks/>
            </p:cNvCxnSpPr>
            <p:nvPr/>
          </p:nvCxnSpPr>
          <p:spPr>
            <a:xfrm>
              <a:off x="4239311" y="4178524"/>
              <a:ext cx="0" cy="125435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39C86AD3-B768-E987-C707-455CD88A4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4297" y="4185289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8B1C69FC-EC84-E9EF-1202-6C686503F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004" y="4185290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D65693BB-F41D-AC55-FA05-979DD4EDD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006" y="4186736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74A4CC54-90D3-FD8A-83CE-FDC08B85F2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0713" y="4186737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26FA9A71-3119-3D7F-0702-21F191E79E30}"/>
                </a:ext>
              </a:extLst>
            </p:cNvPr>
            <p:cNvCxnSpPr>
              <a:cxnSpLocks/>
            </p:cNvCxnSpPr>
            <p:nvPr/>
          </p:nvCxnSpPr>
          <p:spPr>
            <a:xfrm>
              <a:off x="3440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7D2327C7-EE22-2FA6-B571-8E338B79D10F}"/>
                </a:ext>
              </a:extLst>
            </p:cNvPr>
            <p:cNvCxnSpPr>
              <a:cxnSpLocks/>
            </p:cNvCxnSpPr>
            <p:nvPr/>
          </p:nvCxnSpPr>
          <p:spPr>
            <a:xfrm>
              <a:off x="3506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01B8251A-934B-79CD-793A-FF4FB16A3224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14C28504-98F7-53DF-BB77-07D119A91A98}"/>
                </a:ext>
              </a:extLst>
            </p:cNvPr>
            <p:cNvCxnSpPr>
              <a:cxnSpLocks/>
            </p:cNvCxnSpPr>
            <p:nvPr/>
          </p:nvCxnSpPr>
          <p:spPr>
            <a:xfrm>
              <a:off x="3633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1C098F78-29DE-8B35-BB5F-7AE41BA037AF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D7D9C585-F149-5708-2CC9-75CF656C3D28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05889493-17F3-0812-AFA8-7A3FE6BEDB1E}"/>
                </a:ext>
              </a:extLst>
            </p:cNvPr>
            <p:cNvCxnSpPr>
              <a:cxnSpLocks/>
            </p:cNvCxnSpPr>
            <p:nvPr/>
          </p:nvCxnSpPr>
          <p:spPr>
            <a:xfrm>
              <a:off x="3826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4592F46C-D924-652A-A674-43C0B0FFD180}"/>
                </a:ext>
              </a:extLst>
            </p:cNvPr>
            <p:cNvCxnSpPr>
              <a:cxnSpLocks/>
            </p:cNvCxnSpPr>
            <p:nvPr/>
          </p:nvCxnSpPr>
          <p:spPr>
            <a:xfrm>
              <a:off x="3892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F15AA761-886D-8954-C9D9-5B312E5AEAAC}"/>
                </a:ext>
              </a:extLst>
            </p:cNvPr>
            <p:cNvCxnSpPr>
              <a:cxnSpLocks/>
            </p:cNvCxnSpPr>
            <p:nvPr/>
          </p:nvCxnSpPr>
          <p:spPr>
            <a:xfrm>
              <a:off x="3959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01A33A40-F6DA-2D5D-56A6-6618C916F6CC}"/>
                </a:ext>
              </a:extLst>
            </p:cNvPr>
            <p:cNvCxnSpPr>
              <a:cxnSpLocks/>
            </p:cNvCxnSpPr>
            <p:nvPr/>
          </p:nvCxnSpPr>
          <p:spPr>
            <a:xfrm>
              <a:off x="4025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6B859E5B-6E24-95A5-79CE-6E18C8124223}"/>
                </a:ext>
              </a:extLst>
            </p:cNvPr>
            <p:cNvCxnSpPr>
              <a:cxnSpLocks/>
            </p:cNvCxnSpPr>
            <p:nvPr/>
          </p:nvCxnSpPr>
          <p:spPr>
            <a:xfrm>
              <a:off x="4086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1C5B8F06-F9AC-7D2D-E263-6DB6008DCD2A}"/>
                </a:ext>
              </a:extLst>
            </p:cNvPr>
            <p:cNvCxnSpPr>
              <a:cxnSpLocks/>
            </p:cNvCxnSpPr>
            <p:nvPr/>
          </p:nvCxnSpPr>
          <p:spPr>
            <a:xfrm>
              <a:off x="4152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8CA995E4-151D-1A5B-8467-1E5B00827508}"/>
                </a:ext>
              </a:extLst>
            </p:cNvPr>
            <p:cNvCxnSpPr>
              <a:cxnSpLocks/>
            </p:cNvCxnSpPr>
            <p:nvPr/>
          </p:nvCxnSpPr>
          <p:spPr>
            <a:xfrm>
              <a:off x="4218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0254BA6B-F7D8-4B0A-3C49-0935FF94EEED}"/>
                </a:ext>
              </a:extLst>
            </p:cNvPr>
            <p:cNvCxnSpPr>
              <a:cxnSpLocks/>
            </p:cNvCxnSpPr>
            <p:nvPr/>
          </p:nvCxnSpPr>
          <p:spPr>
            <a:xfrm>
              <a:off x="4284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0AEB6B9F-A960-0BF2-94E6-0CC315401E96}"/>
                </a:ext>
              </a:extLst>
            </p:cNvPr>
            <p:cNvCxnSpPr>
              <a:cxnSpLocks/>
            </p:cNvCxnSpPr>
            <p:nvPr/>
          </p:nvCxnSpPr>
          <p:spPr>
            <a:xfrm>
              <a:off x="4345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B8434EFF-1F1C-8569-FF26-1078DE6C546F}"/>
                </a:ext>
              </a:extLst>
            </p:cNvPr>
            <p:cNvCxnSpPr>
              <a:cxnSpLocks/>
            </p:cNvCxnSpPr>
            <p:nvPr/>
          </p:nvCxnSpPr>
          <p:spPr>
            <a:xfrm>
              <a:off x="4411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0AA70729-2EB1-4674-78CB-436D10B943E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66F0579D-40D2-F9FD-14F8-E4981D1B921C}"/>
                </a:ext>
              </a:extLst>
            </p:cNvPr>
            <p:cNvCxnSpPr>
              <a:cxnSpLocks/>
            </p:cNvCxnSpPr>
            <p:nvPr/>
          </p:nvCxnSpPr>
          <p:spPr>
            <a:xfrm>
              <a:off x="4547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8F4C4341-4DAB-C7F8-D1B2-90875AD7C1C3}"/>
                </a:ext>
              </a:extLst>
            </p:cNvPr>
            <p:cNvCxnSpPr>
              <a:cxnSpLocks/>
            </p:cNvCxnSpPr>
            <p:nvPr/>
          </p:nvCxnSpPr>
          <p:spPr>
            <a:xfrm>
              <a:off x="4608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8A42BE4B-49E6-4EFB-CB74-5CD605857AB0}"/>
                </a:ext>
              </a:extLst>
            </p:cNvPr>
            <p:cNvCxnSpPr>
              <a:cxnSpLocks/>
            </p:cNvCxnSpPr>
            <p:nvPr/>
          </p:nvCxnSpPr>
          <p:spPr>
            <a:xfrm>
              <a:off x="4674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C69630A8-6AE3-827C-ECD7-248BE1068259}"/>
                </a:ext>
              </a:extLst>
            </p:cNvPr>
            <p:cNvCxnSpPr>
              <a:cxnSpLocks/>
            </p:cNvCxnSpPr>
            <p:nvPr/>
          </p:nvCxnSpPr>
          <p:spPr>
            <a:xfrm>
              <a:off x="4740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D039E797-0950-C96E-3CB4-9BF1C514429F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8BCFE0F2-9AC6-6DDF-52B7-E489E0A45C34}"/>
                </a:ext>
              </a:extLst>
            </p:cNvPr>
            <p:cNvCxnSpPr>
              <a:cxnSpLocks/>
            </p:cNvCxnSpPr>
            <p:nvPr/>
          </p:nvCxnSpPr>
          <p:spPr>
            <a:xfrm>
              <a:off x="4867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42F917A5-AB0B-F846-22B6-711632CF111A}"/>
                </a:ext>
              </a:extLst>
            </p:cNvPr>
            <p:cNvCxnSpPr>
              <a:cxnSpLocks/>
            </p:cNvCxnSpPr>
            <p:nvPr/>
          </p:nvCxnSpPr>
          <p:spPr>
            <a:xfrm>
              <a:off x="4933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C34660FE-AFB1-08FA-A931-B04BE1E9BA1A}"/>
                </a:ext>
              </a:extLst>
            </p:cNvPr>
            <p:cNvCxnSpPr>
              <a:cxnSpLocks/>
            </p:cNvCxnSpPr>
            <p:nvPr/>
          </p:nvCxnSpPr>
          <p:spPr>
            <a:xfrm>
              <a:off x="500083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7BC6AA96-A0B4-7C7A-27EE-B5902502D380}"/>
                </a:ext>
              </a:extLst>
            </p:cNvPr>
            <p:cNvCxnSpPr>
              <a:cxnSpLocks/>
            </p:cNvCxnSpPr>
            <p:nvPr/>
          </p:nvCxnSpPr>
          <p:spPr>
            <a:xfrm>
              <a:off x="506645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39A005A8-33DC-E174-EDBB-354EDD6A7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8282" y="4178524"/>
              <a:ext cx="907825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2" name="组合 321">
            <a:extLst>
              <a:ext uri="{FF2B5EF4-FFF2-40B4-BE49-F238E27FC236}">
                <a16:creationId xmlns:a16="http://schemas.microsoft.com/office/drawing/2014/main" id="{DFFB4AF5-93DD-B359-9E87-9A8DAB85A9E2}"/>
              </a:ext>
            </a:extLst>
          </p:cNvPr>
          <p:cNvGrpSpPr/>
          <p:nvPr/>
        </p:nvGrpSpPr>
        <p:grpSpPr>
          <a:xfrm rot="10800000">
            <a:off x="3380096" y="623248"/>
            <a:ext cx="1695228" cy="1514901"/>
            <a:chOff x="3440879" y="3921457"/>
            <a:chExt cx="1695228" cy="1514901"/>
          </a:xfrm>
        </p:grpSpPr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1FCDE806-37D6-7B0E-5568-758580726888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84" y="4343667"/>
              <a:ext cx="0" cy="16306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F741A42B-26BC-2DDE-CCE8-2716721051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6527" y="4265436"/>
              <a:ext cx="95348" cy="78230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944517C1-91EF-8F05-37FC-AE92A5AA510F}"/>
                </a:ext>
              </a:extLst>
            </p:cNvPr>
            <p:cNvCxnSpPr>
              <a:cxnSpLocks/>
            </p:cNvCxnSpPr>
            <p:nvPr/>
          </p:nvCxnSpPr>
          <p:spPr>
            <a:xfrm>
              <a:off x="468558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15157366-A1F1-B4A2-7968-20915EA13091}"/>
                </a:ext>
              </a:extLst>
            </p:cNvPr>
            <p:cNvCxnSpPr>
              <a:cxnSpLocks/>
            </p:cNvCxnSpPr>
            <p:nvPr/>
          </p:nvCxnSpPr>
          <p:spPr>
            <a:xfrm>
              <a:off x="4937464" y="4235676"/>
              <a:ext cx="0" cy="271052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53EB24B2-CEB7-A3F3-2043-499AE8854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7464" y="4313906"/>
              <a:ext cx="128536" cy="82871"/>
            </a:xfrm>
            <a:prstGeom prst="line">
              <a:avLst/>
            </a:prstGeom>
            <a:ln w="28575" cap="rnd">
              <a:solidFill>
                <a:schemeClr val="bg1"/>
              </a:solidFill>
              <a:beve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A04A5585-2158-C395-6084-8268CA6A01A9}"/>
                </a:ext>
              </a:extLst>
            </p:cNvPr>
            <p:cNvCxnSpPr>
              <a:cxnSpLocks/>
            </p:cNvCxnSpPr>
            <p:nvPr/>
          </p:nvCxnSpPr>
          <p:spPr>
            <a:xfrm>
              <a:off x="4239311" y="4178524"/>
              <a:ext cx="0" cy="125435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2199CC5D-65C1-C4C9-4E4D-C2FC0C3EA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4297" y="4185289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92F15432-2FB7-A31B-4AA2-90185A70F5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004" y="4185290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6466C5D6-8C91-B46F-055C-F48D956A37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006" y="4186736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1D03C601-9CC2-0888-7EE0-3B3EC9B6FD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0713" y="4186737"/>
              <a:ext cx="1" cy="124962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0D087C64-B905-9335-67D0-CA3C425C27EA}"/>
                </a:ext>
              </a:extLst>
            </p:cNvPr>
            <p:cNvCxnSpPr>
              <a:cxnSpLocks/>
            </p:cNvCxnSpPr>
            <p:nvPr/>
          </p:nvCxnSpPr>
          <p:spPr>
            <a:xfrm>
              <a:off x="3440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F2729C1B-69AB-E4E8-D2F5-BE34080860F6}"/>
                </a:ext>
              </a:extLst>
            </p:cNvPr>
            <p:cNvCxnSpPr>
              <a:cxnSpLocks/>
            </p:cNvCxnSpPr>
            <p:nvPr/>
          </p:nvCxnSpPr>
          <p:spPr>
            <a:xfrm>
              <a:off x="3506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ACBC7784-36B0-F827-13F7-4489E0705ACB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7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918C60CF-8CA3-5DC2-CB0A-E7B3AE37C992}"/>
                </a:ext>
              </a:extLst>
            </p:cNvPr>
            <p:cNvCxnSpPr>
              <a:cxnSpLocks/>
            </p:cNvCxnSpPr>
            <p:nvPr/>
          </p:nvCxnSpPr>
          <p:spPr>
            <a:xfrm>
              <a:off x="363349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20007D57-1500-C42F-EE1D-D7C42DEFB3DC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4200075E-2F12-C843-DDFA-A214C7AFE761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364DE702-E862-692D-637E-21061E447E7A}"/>
                </a:ext>
              </a:extLst>
            </p:cNvPr>
            <p:cNvCxnSpPr>
              <a:cxnSpLocks/>
            </p:cNvCxnSpPr>
            <p:nvPr/>
          </p:nvCxnSpPr>
          <p:spPr>
            <a:xfrm>
              <a:off x="3826642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44DD0A97-53D7-2961-8C4C-5F938496BFA9}"/>
                </a:ext>
              </a:extLst>
            </p:cNvPr>
            <p:cNvCxnSpPr>
              <a:cxnSpLocks/>
            </p:cNvCxnSpPr>
            <p:nvPr/>
          </p:nvCxnSpPr>
          <p:spPr>
            <a:xfrm>
              <a:off x="389225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02AF448E-01E5-9028-D1F0-45FC8ADE0FDF}"/>
                </a:ext>
              </a:extLst>
            </p:cNvPr>
            <p:cNvCxnSpPr>
              <a:cxnSpLocks/>
            </p:cNvCxnSpPr>
            <p:nvPr/>
          </p:nvCxnSpPr>
          <p:spPr>
            <a:xfrm>
              <a:off x="3959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EEA94FFD-607E-4AB6-CA7A-320478A4A0A2}"/>
                </a:ext>
              </a:extLst>
            </p:cNvPr>
            <p:cNvCxnSpPr>
              <a:cxnSpLocks/>
            </p:cNvCxnSpPr>
            <p:nvPr/>
          </p:nvCxnSpPr>
          <p:spPr>
            <a:xfrm>
              <a:off x="4025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443AAB4B-AD4E-278A-7FE4-1F6F4EC4680B}"/>
                </a:ext>
              </a:extLst>
            </p:cNvPr>
            <p:cNvCxnSpPr>
              <a:cxnSpLocks/>
            </p:cNvCxnSpPr>
            <p:nvPr/>
          </p:nvCxnSpPr>
          <p:spPr>
            <a:xfrm>
              <a:off x="408699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26D38920-66D4-9B1E-90A7-6F5720289B18}"/>
                </a:ext>
              </a:extLst>
            </p:cNvPr>
            <p:cNvCxnSpPr>
              <a:cxnSpLocks/>
            </p:cNvCxnSpPr>
            <p:nvPr/>
          </p:nvCxnSpPr>
          <p:spPr>
            <a:xfrm>
              <a:off x="4152608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4A812E13-24AD-E216-B5BE-741E099CF89D}"/>
                </a:ext>
              </a:extLst>
            </p:cNvPr>
            <p:cNvCxnSpPr>
              <a:cxnSpLocks/>
            </p:cNvCxnSpPr>
            <p:nvPr/>
          </p:nvCxnSpPr>
          <p:spPr>
            <a:xfrm>
              <a:off x="4218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8EC62CA9-C588-25CA-27A8-ED6C0D6CC158}"/>
                </a:ext>
              </a:extLst>
            </p:cNvPr>
            <p:cNvCxnSpPr>
              <a:cxnSpLocks/>
            </p:cNvCxnSpPr>
            <p:nvPr/>
          </p:nvCxnSpPr>
          <p:spPr>
            <a:xfrm>
              <a:off x="4284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003C7648-BC04-9836-A544-E3C3B0CE2724}"/>
                </a:ext>
              </a:extLst>
            </p:cNvPr>
            <p:cNvCxnSpPr>
              <a:cxnSpLocks/>
            </p:cNvCxnSpPr>
            <p:nvPr/>
          </p:nvCxnSpPr>
          <p:spPr>
            <a:xfrm>
              <a:off x="434575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10B613B8-51E0-B1BE-853B-1A93A4E4B3CB}"/>
                </a:ext>
              </a:extLst>
            </p:cNvPr>
            <p:cNvCxnSpPr>
              <a:cxnSpLocks/>
            </p:cNvCxnSpPr>
            <p:nvPr/>
          </p:nvCxnSpPr>
          <p:spPr>
            <a:xfrm>
              <a:off x="4411371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7D6D5917-9CA7-0F82-5B5C-98A3EA0B005E}"/>
                </a:ext>
              </a:extLst>
            </p:cNvPr>
            <p:cNvCxnSpPr>
              <a:cxnSpLocks/>
            </p:cNvCxnSpPr>
            <p:nvPr/>
          </p:nvCxnSpPr>
          <p:spPr>
            <a:xfrm>
              <a:off x="4481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80DD9A7D-032C-2A52-CC56-FE84F5F3943B}"/>
                </a:ext>
              </a:extLst>
            </p:cNvPr>
            <p:cNvCxnSpPr>
              <a:cxnSpLocks/>
            </p:cNvCxnSpPr>
            <p:nvPr/>
          </p:nvCxnSpPr>
          <p:spPr>
            <a:xfrm>
              <a:off x="4547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CFD3528E-1CFA-41C2-D633-88C1D553E6C6}"/>
                </a:ext>
              </a:extLst>
            </p:cNvPr>
            <p:cNvCxnSpPr>
              <a:cxnSpLocks/>
            </p:cNvCxnSpPr>
            <p:nvPr/>
          </p:nvCxnSpPr>
          <p:spPr>
            <a:xfrm>
              <a:off x="460872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529F7D42-222B-4D0C-89D5-8FF42113B197}"/>
                </a:ext>
              </a:extLst>
            </p:cNvPr>
            <p:cNvCxnSpPr>
              <a:cxnSpLocks/>
            </p:cNvCxnSpPr>
            <p:nvPr/>
          </p:nvCxnSpPr>
          <p:spPr>
            <a:xfrm>
              <a:off x="4674344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57783A0C-8664-3773-B73B-B7046568BEEF}"/>
                </a:ext>
              </a:extLst>
            </p:cNvPr>
            <p:cNvCxnSpPr>
              <a:cxnSpLocks/>
            </p:cNvCxnSpPr>
            <p:nvPr/>
          </p:nvCxnSpPr>
          <p:spPr>
            <a:xfrm>
              <a:off x="4740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AEDA7216-E6F8-1A87-3C49-C49483199804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9D28FD4C-0ADE-DC89-AAF4-117B339A404A}"/>
                </a:ext>
              </a:extLst>
            </p:cNvPr>
            <p:cNvCxnSpPr>
              <a:cxnSpLocks/>
            </p:cNvCxnSpPr>
            <p:nvPr/>
          </p:nvCxnSpPr>
          <p:spPr>
            <a:xfrm>
              <a:off x="4867490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88E71883-D3BD-4091-36C8-EDEB27C3ACA1}"/>
                </a:ext>
              </a:extLst>
            </p:cNvPr>
            <p:cNvCxnSpPr>
              <a:cxnSpLocks/>
            </p:cNvCxnSpPr>
            <p:nvPr/>
          </p:nvCxnSpPr>
          <p:spPr>
            <a:xfrm>
              <a:off x="4933107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22AF9CC3-24A9-B67E-2DD9-59D6E1D1B16A}"/>
                </a:ext>
              </a:extLst>
            </p:cNvPr>
            <p:cNvCxnSpPr>
              <a:cxnSpLocks/>
            </p:cNvCxnSpPr>
            <p:nvPr/>
          </p:nvCxnSpPr>
          <p:spPr>
            <a:xfrm>
              <a:off x="5000839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7BE33CAF-C840-5142-A8C5-C3C91C8FBE1A}"/>
                </a:ext>
              </a:extLst>
            </p:cNvPr>
            <p:cNvCxnSpPr>
              <a:cxnSpLocks/>
            </p:cNvCxnSpPr>
            <p:nvPr/>
          </p:nvCxnSpPr>
          <p:spPr>
            <a:xfrm>
              <a:off x="5066456" y="3921457"/>
              <a:ext cx="0" cy="228695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116D4665-E7BC-5BA0-0562-C41697D09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8282" y="4178524"/>
              <a:ext cx="907825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95CB687D-B2E2-FAFE-8780-5F14608FCFB7}"/>
              </a:ext>
            </a:extLst>
          </p:cNvPr>
          <p:cNvGrpSpPr>
            <a:grpSpLocks noChangeAspect="1"/>
          </p:cNvGrpSpPr>
          <p:nvPr/>
        </p:nvGrpSpPr>
        <p:grpSpPr>
          <a:xfrm>
            <a:off x="4527132" y="3484971"/>
            <a:ext cx="319383" cy="409343"/>
            <a:chOff x="4320756" y="3373845"/>
            <a:chExt cx="411034" cy="526809"/>
          </a:xfrm>
        </p:grpSpPr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2CC50DF-9900-79B5-3D4B-EC50C0134823}"/>
                </a:ext>
              </a:extLst>
            </p:cNvPr>
            <p:cNvSpPr/>
            <p:nvPr/>
          </p:nvSpPr>
          <p:spPr>
            <a:xfrm>
              <a:off x="4338658" y="34066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箭头: 右 149">
              <a:extLst>
                <a:ext uri="{FF2B5EF4-FFF2-40B4-BE49-F238E27FC236}">
                  <a16:creationId xmlns:a16="http://schemas.microsoft.com/office/drawing/2014/main" id="{3A23EFF4-FA5A-6DD8-F3DE-A3FF7C0E73C6}"/>
                </a:ext>
              </a:extLst>
            </p:cNvPr>
            <p:cNvSpPr/>
            <p:nvPr/>
          </p:nvSpPr>
          <p:spPr>
            <a:xfrm rot="10800000">
              <a:off x="4358763" y="34627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84B62F45-067D-92BA-89B5-395612B1B9DC}"/>
                </a:ext>
              </a:extLst>
            </p:cNvPr>
            <p:cNvSpPr/>
            <p:nvPr/>
          </p:nvSpPr>
          <p:spPr>
            <a:xfrm>
              <a:off x="4338658" y="35690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箭头: 右 151">
              <a:extLst>
                <a:ext uri="{FF2B5EF4-FFF2-40B4-BE49-F238E27FC236}">
                  <a16:creationId xmlns:a16="http://schemas.microsoft.com/office/drawing/2014/main" id="{F620D6D0-313B-0D94-F612-AEA4DE81CCFA}"/>
                </a:ext>
              </a:extLst>
            </p:cNvPr>
            <p:cNvSpPr/>
            <p:nvPr/>
          </p:nvSpPr>
          <p:spPr>
            <a:xfrm rot="10800000">
              <a:off x="4358763" y="36251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4878604B-2A5B-D9D9-F135-3858983BAB71}"/>
                </a:ext>
              </a:extLst>
            </p:cNvPr>
            <p:cNvSpPr/>
            <p:nvPr/>
          </p:nvSpPr>
          <p:spPr>
            <a:xfrm>
              <a:off x="4338658" y="37314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箭头: 右 153">
              <a:extLst>
                <a:ext uri="{FF2B5EF4-FFF2-40B4-BE49-F238E27FC236}">
                  <a16:creationId xmlns:a16="http://schemas.microsoft.com/office/drawing/2014/main" id="{D28BBBCE-8EF6-D287-6736-620023E94FCA}"/>
                </a:ext>
              </a:extLst>
            </p:cNvPr>
            <p:cNvSpPr/>
            <p:nvPr/>
          </p:nvSpPr>
          <p:spPr>
            <a:xfrm rot="10800000">
              <a:off x="4358763" y="37875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62875927-BCDC-37EB-06D1-15A657B9F7B8}"/>
                </a:ext>
              </a:extLst>
            </p:cNvPr>
            <p:cNvSpPr/>
            <p:nvPr/>
          </p:nvSpPr>
          <p:spPr>
            <a:xfrm>
              <a:off x="4562945" y="3401365"/>
              <a:ext cx="149183" cy="14918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AF14CFC5-0174-96E5-5940-3150A3E48202}"/>
                </a:ext>
              </a:extLst>
            </p:cNvPr>
            <p:cNvSpPr/>
            <p:nvPr/>
          </p:nvSpPr>
          <p:spPr>
            <a:xfrm>
              <a:off x="4562945" y="3563765"/>
              <a:ext cx="149183" cy="14918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4D647C85-EFBA-BC19-0C6B-BC7B4E23F7E0}"/>
                </a:ext>
              </a:extLst>
            </p:cNvPr>
            <p:cNvSpPr/>
            <p:nvPr/>
          </p:nvSpPr>
          <p:spPr>
            <a:xfrm>
              <a:off x="4562945" y="3726165"/>
              <a:ext cx="149183" cy="1491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9D4A1625-B1F8-3AE3-3D10-63B1A7F28D0D}"/>
                </a:ext>
              </a:extLst>
            </p:cNvPr>
            <p:cNvSpPr/>
            <p:nvPr/>
          </p:nvSpPr>
          <p:spPr>
            <a:xfrm>
              <a:off x="4320756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5B928F56-C2A0-C6E7-B8A6-E3F57C1AEDE5}"/>
                </a:ext>
              </a:extLst>
            </p:cNvPr>
            <p:cNvSpPr/>
            <p:nvPr/>
          </p:nvSpPr>
          <p:spPr>
            <a:xfrm>
              <a:off x="4546339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759BC882-7CA3-E6D1-8C3E-1098D0F450A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771744" y="2405471"/>
            <a:ext cx="319383" cy="409343"/>
            <a:chOff x="4320756" y="3373845"/>
            <a:chExt cx="411034" cy="526809"/>
          </a:xfrm>
        </p:grpSpPr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71D7C0DD-4B6A-3F19-AF7D-68DA3AFE82C7}"/>
                </a:ext>
              </a:extLst>
            </p:cNvPr>
            <p:cNvSpPr/>
            <p:nvPr/>
          </p:nvSpPr>
          <p:spPr>
            <a:xfrm>
              <a:off x="4338658" y="34066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箭头: 右 362">
              <a:extLst>
                <a:ext uri="{FF2B5EF4-FFF2-40B4-BE49-F238E27FC236}">
                  <a16:creationId xmlns:a16="http://schemas.microsoft.com/office/drawing/2014/main" id="{CF9AE3E2-A497-68E1-E6FD-D78BEF2C7EAC}"/>
                </a:ext>
              </a:extLst>
            </p:cNvPr>
            <p:cNvSpPr/>
            <p:nvPr/>
          </p:nvSpPr>
          <p:spPr>
            <a:xfrm rot="10800000">
              <a:off x="4358763" y="34627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95A90F51-5C44-7607-3C6C-059981C5B3BD}"/>
                </a:ext>
              </a:extLst>
            </p:cNvPr>
            <p:cNvSpPr/>
            <p:nvPr/>
          </p:nvSpPr>
          <p:spPr>
            <a:xfrm>
              <a:off x="4338658" y="35690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箭头: 右 364">
              <a:extLst>
                <a:ext uri="{FF2B5EF4-FFF2-40B4-BE49-F238E27FC236}">
                  <a16:creationId xmlns:a16="http://schemas.microsoft.com/office/drawing/2014/main" id="{AD8D4848-FFE0-1239-45DA-6260163881A0}"/>
                </a:ext>
              </a:extLst>
            </p:cNvPr>
            <p:cNvSpPr/>
            <p:nvPr/>
          </p:nvSpPr>
          <p:spPr>
            <a:xfrm rot="10800000">
              <a:off x="4358763" y="36251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C4AB5299-7365-666B-B835-79619A581891}"/>
                </a:ext>
              </a:extLst>
            </p:cNvPr>
            <p:cNvSpPr/>
            <p:nvPr/>
          </p:nvSpPr>
          <p:spPr>
            <a:xfrm>
              <a:off x="4338658" y="37314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箭头: 右 366">
              <a:extLst>
                <a:ext uri="{FF2B5EF4-FFF2-40B4-BE49-F238E27FC236}">
                  <a16:creationId xmlns:a16="http://schemas.microsoft.com/office/drawing/2014/main" id="{6BB5F40A-4FE2-164A-DA8A-6F326E1F797E}"/>
                </a:ext>
              </a:extLst>
            </p:cNvPr>
            <p:cNvSpPr/>
            <p:nvPr/>
          </p:nvSpPr>
          <p:spPr>
            <a:xfrm rot="10800000">
              <a:off x="4358763" y="37875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632ACD0C-B34C-CD6A-5291-63CFAAB7114A}"/>
                </a:ext>
              </a:extLst>
            </p:cNvPr>
            <p:cNvSpPr/>
            <p:nvPr/>
          </p:nvSpPr>
          <p:spPr>
            <a:xfrm>
              <a:off x="4562945" y="3401365"/>
              <a:ext cx="149183" cy="14918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A81BD981-1BA1-D33E-6311-C794DFF20587}"/>
                </a:ext>
              </a:extLst>
            </p:cNvPr>
            <p:cNvSpPr/>
            <p:nvPr/>
          </p:nvSpPr>
          <p:spPr>
            <a:xfrm>
              <a:off x="4562945" y="3563765"/>
              <a:ext cx="149183" cy="14918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35180693-A642-F544-DE22-1606D23E6FC5}"/>
                </a:ext>
              </a:extLst>
            </p:cNvPr>
            <p:cNvSpPr/>
            <p:nvPr/>
          </p:nvSpPr>
          <p:spPr>
            <a:xfrm>
              <a:off x="4562945" y="3726165"/>
              <a:ext cx="149183" cy="1491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: 圆角 370">
              <a:extLst>
                <a:ext uri="{FF2B5EF4-FFF2-40B4-BE49-F238E27FC236}">
                  <a16:creationId xmlns:a16="http://schemas.microsoft.com/office/drawing/2014/main" id="{C76D984F-139D-0C13-D2F8-C9F61FA1B988}"/>
                </a:ext>
              </a:extLst>
            </p:cNvPr>
            <p:cNvSpPr/>
            <p:nvPr/>
          </p:nvSpPr>
          <p:spPr>
            <a:xfrm>
              <a:off x="4320756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矩形: 圆角 371">
              <a:extLst>
                <a:ext uri="{FF2B5EF4-FFF2-40B4-BE49-F238E27FC236}">
                  <a16:creationId xmlns:a16="http://schemas.microsoft.com/office/drawing/2014/main" id="{1A3D77B4-CA72-AE41-D09A-AEE38F13DF8B}"/>
                </a:ext>
              </a:extLst>
            </p:cNvPr>
            <p:cNvSpPr/>
            <p:nvPr/>
          </p:nvSpPr>
          <p:spPr>
            <a:xfrm>
              <a:off x="4546339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0901E3EF-587B-7A40-22DF-245117F433DE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3673057" y="2164210"/>
            <a:ext cx="319383" cy="409343"/>
            <a:chOff x="4320756" y="3373845"/>
            <a:chExt cx="411034" cy="526809"/>
          </a:xfrm>
        </p:grpSpPr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F721D0BE-1392-65BD-6CAE-2B646D955BC5}"/>
                </a:ext>
              </a:extLst>
            </p:cNvPr>
            <p:cNvSpPr/>
            <p:nvPr/>
          </p:nvSpPr>
          <p:spPr>
            <a:xfrm>
              <a:off x="4338658" y="34066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箭头: 右 374">
              <a:extLst>
                <a:ext uri="{FF2B5EF4-FFF2-40B4-BE49-F238E27FC236}">
                  <a16:creationId xmlns:a16="http://schemas.microsoft.com/office/drawing/2014/main" id="{96C4C4AF-E7A9-12BD-A453-DB1A8BCE5760}"/>
                </a:ext>
              </a:extLst>
            </p:cNvPr>
            <p:cNvSpPr/>
            <p:nvPr/>
          </p:nvSpPr>
          <p:spPr>
            <a:xfrm rot="10800000">
              <a:off x="4358763" y="34627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C9F4C6E5-572D-4A82-B4C5-8602F00C3EFC}"/>
                </a:ext>
              </a:extLst>
            </p:cNvPr>
            <p:cNvSpPr/>
            <p:nvPr/>
          </p:nvSpPr>
          <p:spPr>
            <a:xfrm>
              <a:off x="4338658" y="35690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箭头: 右 376">
              <a:extLst>
                <a:ext uri="{FF2B5EF4-FFF2-40B4-BE49-F238E27FC236}">
                  <a16:creationId xmlns:a16="http://schemas.microsoft.com/office/drawing/2014/main" id="{299B4375-3898-9101-1DBA-754938DE9AF9}"/>
                </a:ext>
              </a:extLst>
            </p:cNvPr>
            <p:cNvSpPr/>
            <p:nvPr/>
          </p:nvSpPr>
          <p:spPr>
            <a:xfrm rot="10800000">
              <a:off x="4358763" y="36251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03B88E7C-B0A1-A333-947A-68F2C08CCB36}"/>
                </a:ext>
              </a:extLst>
            </p:cNvPr>
            <p:cNvSpPr/>
            <p:nvPr/>
          </p:nvSpPr>
          <p:spPr>
            <a:xfrm>
              <a:off x="4338658" y="37314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箭头: 右 378">
              <a:extLst>
                <a:ext uri="{FF2B5EF4-FFF2-40B4-BE49-F238E27FC236}">
                  <a16:creationId xmlns:a16="http://schemas.microsoft.com/office/drawing/2014/main" id="{1A783CB6-3FB1-75EF-ACC9-3B0A10796981}"/>
                </a:ext>
              </a:extLst>
            </p:cNvPr>
            <p:cNvSpPr/>
            <p:nvPr/>
          </p:nvSpPr>
          <p:spPr>
            <a:xfrm rot="10800000">
              <a:off x="4358763" y="37875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157A4DD4-C2F2-D1FB-ECF9-46620ECC9C77}"/>
                </a:ext>
              </a:extLst>
            </p:cNvPr>
            <p:cNvSpPr/>
            <p:nvPr/>
          </p:nvSpPr>
          <p:spPr>
            <a:xfrm>
              <a:off x="4562945" y="3401365"/>
              <a:ext cx="149183" cy="14918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0B71A427-88B1-31E4-29D3-182DB7030680}"/>
                </a:ext>
              </a:extLst>
            </p:cNvPr>
            <p:cNvSpPr/>
            <p:nvPr/>
          </p:nvSpPr>
          <p:spPr>
            <a:xfrm>
              <a:off x="4562945" y="3563765"/>
              <a:ext cx="149183" cy="14918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57A45AB5-A0B2-70B6-B664-34902936EF92}"/>
                </a:ext>
              </a:extLst>
            </p:cNvPr>
            <p:cNvSpPr/>
            <p:nvPr/>
          </p:nvSpPr>
          <p:spPr>
            <a:xfrm>
              <a:off x="4562945" y="3726165"/>
              <a:ext cx="149183" cy="1491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矩形: 圆角 382">
              <a:extLst>
                <a:ext uri="{FF2B5EF4-FFF2-40B4-BE49-F238E27FC236}">
                  <a16:creationId xmlns:a16="http://schemas.microsoft.com/office/drawing/2014/main" id="{868074D2-9E09-263C-5D20-78BC188B8A89}"/>
                </a:ext>
              </a:extLst>
            </p:cNvPr>
            <p:cNvSpPr/>
            <p:nvPr/>
          </p:nvSpPr>
          <p:spPr>
            <a:xfrm>
              <a:off x="4320756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矩形: 圆角 383">
              <a:extLst>
                <a:ext uri="{FF2B5EF4-FFF2-40B4-BE49-F238E27FC236}">
                  <a16:creationId xmlns:a16="http://schemas.microsoft.com/office/drawing/2014/main" id="{7C16CF71-20EC-CC4E-6ECE-128010B3F463}"/>
                </a:ext>
              </a:extLst>
            </p:cNvPr>
            <p:cNvSpPr/>
            <p:nvPr/>
          </p:nvSpPr>
          <p:spPr>
            <a:xfrm>
              <a:off x="4546339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BA9F62C3-D150-E1CD-22B9-47695CF97A6B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3425076" y="3277209"/>
            <a:ext cx="319383" cy="409343"/>
            <a:chOff x="4320756" y="3373845"/>
            <a:chExt cx="411034" cy="526809"/>
          </a:xfrm>
        </p:grpSpPr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B8B666EB-D283-5AC6-065B-E31AB632E278}"/>
                </a:ext>
              </a:extLst>
            </p:cNvPr>
            <p:cNvSpPr/>
            <p:nvPr/>
          </p:nvSpPr>
          <p:spPr>
            <a:xfrm>
              <a:off x="4338658" y="34066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箭头: 右 386">
              <a:extLst>
                <a:ext uri="{FF2B5EF4-FFF2-40B4-BE49-F238E27FC236}">
                  <a16:creationId xmlns:a16="http://schemas.microsoft.com/office/drawing/2014/main" id="{B5174F06-1B88-1051-835C-139255685DE5}"/>
                </a:ext>
              </a:extLst>
            </p:cNvPr>
            <p:cNvSpPr/>
            <p:nvPr/>
          </p:nvSpPr>
          <p:spPr>
            <a:xfrm rot="10800000">
              <a:off x="4358763" y="34627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2C29E95F-76DD-7A32-D8E2-4C22C58C3591}"/>
                </a:ext>
              </a:extLst>
            </p:cNvPr>
            <p:cNvSpPr/>
            <p:nvPr/>
          </p:nvSpPr>
          <p:spPr>
            <a:xfrm>
              <a:off x="4338658" y="35690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箭头: 右 388">
              <a:extLst>
                <a:ext uri="{FF2B5EF4-FFF2-40B4-BE49-F238E27FC236}">
                  <a16:creationId xmlns:a16="http://schemas.microsoft.com/office/drawing/2014/main" id="{ED2F9A1B-BF44-3122-38EB-0492C49F3781}"/>
                </a:ext>
              </a:extLst>
            </p:cNvPr>
            <p:cNvSpPr/>
            <p:nvPr/>
          </p:nvSpPr>
          <p:spPr>
            <a:xfrm rot="10800000">
              <a:off x="4358763" y="36251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745D9669-5BDC-42A8-9A2F-7ED728A47CC4}"/>
                </a:ext>
              </a:extLst>
            </p:cNvPr>
            <p:cNvSpPr/>
            <p:nvPr/>
          </p:nvSpPr>
          <p:spPr>
            <a:xfrm>
              <a:off x="4338658" y="3731466"/>
              <a:ext cx="149183" cy="14918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箭头: 右 390">
              <a:extLst>
                <a:ext uri="{FF2B5EF4-FFF2-40B4-BE49-F238E27FC236}">
                  <a16:creationId xmlns:a16="http://schemas.microsoft.com/office/drawing/2014/main" id="{713A171E-DA00-D025-1CD1-B1ECC9A3DBFE}"/>
                </a:ext>
              </a:extLst>
            </p:cNvPr>
            <p:cNvSpPr/>
            <p:nvPr/>
          </p:nvSpPr>
          <p:spPr>
            <a:xfrm rot="10800000">
              <a:off x="4358763" y="3787583"/>
              <a:ext cx="102936" cy="41414"/>
            </a:xfrm>
            <a:prstGeom prst="rightArrow">
              <a:avLst>
                <a:gd name="adj1" fmla="val 50000"/>
                <a:gd name="adj2" fmla="val 10763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0FD77BBB-6D65-B68F-C2E4-13A2CCA2845D}"/>
                </a:ext>
              </a:extLst>
            </p:cNvPr>
            <p:cNvSpPr/>
            <p:nvPr/>
          </p:nvSpPr>
          <p:spPr>
            <a:xfrm>
              <a:off x="4562945" y="3401365"/>
              <a:ext cx="149183" cy="14918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11E0718F-BA50-702A-EB77-32AC23EC211C}"/>
                </a:ext>
              </a:extLst>
            </p:cNvPr>
            <p:cNvSpPr/>
            <p:nvPr/>
          </p:nvSpPr>
          <p:spPr>
            <a:xfrm>
              <a:off x="4562945" y="3563765"/>
              <a:ext cx="149183" cy="14918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9838669A-9B11-8496-4A44-E9C7A4457008}"/>
                </a:ext>
              </a:extLst>
            </p:cNvPr>
            <p:cNvSpPr/>
            <p:nvPr/>
          </p:nvSpPr>
          <p:spPr>
            <a:xfrm>
              <a:off x="4562945" y="3726165"/>
              <a:ext cx="149183" cy="1491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矩形: 圆角 394">
              <a:extLst>
                <a:ext uri="{FF2B5EF4-FFF2-40B4-BE49-F238E27FC236}">
                  <a16:creationId xmlns:a16="http://schemas.microsoft.com/office/drawing/2014/main" id="{847A2DBC-0452-131F-7F45-7D9634BCB45B}"/>
                </a:ext>
              </a:extLst>
            </p:cNvPr>
            <p:cNvSpPr/>
            <p:nvPr/>
          </p:nvSpPr>
          <p:spPr>
            <a:xfrm>
              <a:off x="4320756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矩形: 圆角 395">
              <a:extLst>
                <a:ext uri="{FF2B5EF4-FFF2-40B4-BE49-F238E27FC236}">
                  <a16:creationId xmlns:a16="http://schemas.microsoft.com/office/drawing/2014/main" id="{EFC1BA3C-9092-A068-3DBC-214C032CED48}"/>
                </a:ext>
              </a:extLst>
            </p:cNvPr>
            <p:cNvSpPr/>
            <p:nvPr/>
          </p:nvSpPr>
          <p:spPr>
            <a:xfrm>
              <a:off x="4546339" y="3373845"/>
              <a:ext cx="185451" cy="526809"/>
            </a:xfrm>
            <a:prstGeom prst="roundRect">
              <a:avLst>
                <a:gd name="adj" fmla="val 349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040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46</Words>
  <Application>Microsoft Office PowerPoint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YH Chen</dc:creator>
  <cp:lastModifiedBy>YH Chen</cp:lastModifiedBy>
  <cp:revision>30</cp:revision>
  <dcterms:created xsi:type="dcterms:W3CDTF">2026-10-04T17:34:00Z</dcterms:created>
  <dcterms:modified xsi:type="dcterms:W3CDTF">2026-10-05T16:37:57Z</dcterms:modified>
</cp:coreProperties>
</file>